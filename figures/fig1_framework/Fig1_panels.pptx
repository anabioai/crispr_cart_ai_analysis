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67" r:id="rId2"/>
    <p:sldId id="258" r:id="rId3"/>
    <p:sldId id="263" r:id="rId4"/>
    <p:sldId id="257" r:id="rId5"/>
    <p:sldId id="260" r:id="rId6"/>
    <p:sldId id="265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" userDrawn="1">
          <p15:clr>
            <a:srgbClr val="A4A3A4"/>
          </p15:clr>
        </p15:guide>
        <p15:guide id="2" pos="34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188"/>
    <p:restoredTop sz="94731"/>
  </p:normalViewPr>
  <p:slideViewPr>
    <p:cSldViewPr snapToGrid="0" showGuides="1">
      <p:cViewPr varScale="1">
        <p:scale>
          <a:sx n="120" d="100"/>
          <a:sy n="120" d="100"/>
        </p:scale>
        <p:origin x="1616" y="488"/>
      </p:cViewPr>
      <p:guideLst>
        <p:guide orient="horz" pos="24"/>
        <p:guide pos="34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BFA4795-A13E-894E-AB5F-25D27A142E65}" type="doc">
      <dgm:prSet loTypeId="urn:microsoft.com/office/officeart/2005/8/layout/hProcess7" loCatId="" qsTypeId="urn:microsoft.com/office/officeart/2005/8/quickstyle/simple1" qsCatId="simple" csTypeId="urn:microsoft.com/office/officeart/2005/8/colors/accent0_2" csCatId="mainScheme" phldr="1"/>
      <dgm:spPr/>
      <dgm:t>
        <a:bodyPr/>
        <a:lstStyle/>
        <a:p>
          <a:endParaRPr lang="en-US"/>
        </a:p>
      </dgm:t>
    </dgm:pt>
    <dgm:pt modelId="{33733725-826D-A345-81AC-5DBA423902CA}">
      <dgm:prSet phldrT="[Text]" custT="1"/>
      <dgm:spPr/>
      <dgm:t>
        <a:bodyPr/>
        <a:lstStyle/>
        <a:p>
          <a:r>
            <a:rPr lang="en-US" sz="1800" b="0" dirty="0">
              <a:latin typeface="Helvetica" pitchFamily="2" charset="0"/>
              <a:cs typeface="Arial" panose="020B0604020202020204" pitchFamily="34" charset="0"/>
            </a:rPr>
            <a:t>A. Data acquisition &amp; preprocessing</a:t>
          </a:r>
          <a:endParaRPr lang="en-US" sz="1800" b="0" dirty="0">
            <a:latin typeface="Helvetica" pitchFamily="2" charset="0"/>
          </a:endParaRPr>
        </a:p>
      </dgm:t>
    </dgm:pt>
    <dgm:pt modelId="{C708E373-C059-584F-815D-C5FB1BE87E86}" type="parTrans" cxnId="{62E03012-3A5B-2D44-94BA-8788D3C553E3}">
      <dgm:prSet/>
      <dgm:spPr/>
      <dgm:t>
        <a:bodyPr/>
        <a:lstStyle/>
        <a:p>
          <a:endParaRPr lang="en-US"/>
        </a:p>
      </dgm:t>
    </dgm:pt>
    <dgm:pt modelId="{28BB9F7D-0B7F-EA4E-9499-71F6F016F817}" type="sibTrans" cxnId="{62E03012-3A5B-2D44-94BA-8788D3C553E3}">
      <dgm:prSet/>
      <dgm:spPr/>
      <dgm:t>
        <a:bodyPr/>
        <a:lstStyle/>
        <a:p>
          <a:endParaRPr lang="en-US"/>
        </a:p>
      </dgm:t>
    </dgm:pt>
    <dgm:pt modelId="{A28A28CA-0A67-F940-9677-8CF8B2E70214}">
      <dgm:prSet phldrT="[Text]" custT="1"/>
      <dgm:spPr/>
      <dgm:t>
        <a:bodyPr/>
        <a:lstStyle/>
        <a:p>
          <a:pPr>
            <a:buNone/>
          </a:pPr>
          <a:endParaRPr lang="en-US" sz="1300" b="1" dirty="0">
            <a:latin typeface="Helvetica" pitchFamily="2" charset="0"/>
            <a:cs typeface="Arial" panose="020B0604020202020204" pitchFamily="34" charset="0"/>
          </a:endParaRPr>
        </a:p>
        <a:p>
          <a:pPr>
            <a:buNone/>
          </a:pPr>
          <a:endParaRPr lang="en-US" sz="1300" b="1" dirty="0">
            <a:latin typeface="Helvetica" pitchFamily="2" charset="0"/>
            <a:cs typeface="Arial" panose="020B0604020202020204" pitchFamily="34" charset="0"/>
          </a:endParaRPr>
        </a:p>
        <a:p>
          <a:pPr>
            <a:buNone/>
          </a:pPr>
          <a:r>
            <a:rPr lang="en-US" sz="1300" b="1" dirty="0">
              <a:latin typeface="Helvetica" pitchFamily="2" charset="0"/>
              <a:cs typeface="Arial" panose="020B0604020202020204" pitchFamily="34" charset="0"/>
            </a:rPr>
            <a:t>— Raw expression</a:t>
          </a:r>
          <a:endParaRPr lang="en-US" sz="1300" dirty="0">
            <a:latin typeface="Helvetica" pitchFamily="2" charset="0"/>
          </a:endParaRPr>
        </a:p>
      </dgm:t>
    </dgm:pt>
    <dgm:pt modelId="{949F91FC-3C8E-9447-BFA6-FB561FEA90C4}" type="parTrans" cxnId="{E656A58D-4B00-7246-9DDE-5CE1DBB1B862}">
      <dgm:prSet/>
      <dgm:spPr/>
      <dgm:t>
        <a:bodyPr/>
        <a:lstStyle/>
        <a:p>
          <a:endParaRPr lang="en-US"/>
        </a:p>
      </dgm:t>
    </dgm:pt>
    <dgm:pt modelId="{8FA8DA6D-582A-2641-B110-1B4EC2F1298D}" type="sibTrans" cxnId="{E656A58D-4B00-7246-9DDE-5CE1DBB1B862}">
      <dgm:prSet/>
      <dgm:spPr/>
      <dgm:t>
        <a:bodyPr/>
        <a:lstStyle/>
        <a:p>
          <a:endParaRPr lang="en-US"/>
        </a:p>
      </dgm:t>
    </dgm:pt>
    <dgm:pt modelId="{ABEC0E54-A6F4-D34F-B2B6-234FF956FA83}">
      <dgm:prSet phldrT="[Text]" custT="1"/>
      <dgm:spPr/>
      <dgm:t>
        <a:bodyPr/>
        <a:lstStyle/>
        <a:p>
          <a:pPr>
            <a:buNone/>
          </a:pPr>
          <a:r>
            <a:rPr lang="en-US" sz="1300" b="1" dirty="0">
              <a:latin typeface="Helvetica" pitchFamily="2" charset="0"/>
              <a:cs typeface="Arial" panose="020B0604020202020204" pitchFamily="34" charset="0"/>
            </a:rPr>
            <a:t>— Sample metadata</a:t>
          </a:r>
          <a:endParaRPr lang="en-US" sz="1300" dirty="0">
            <a:latin typeface="Helvetica" pitchFamily="2" charset="0"/>
          </a:endParaRPr>
        </a:p>
      </dgm:t>
    </dgm:pt>
    <dgm:pt modelId="{D42F81FF-8F04-3040-B5D6-B7F9DDEC6636}" type="parTrans" cxnId="{5E58AE76-A067-5846-82C1-C6E882B6CA30}">
      <dgm:prSet/>
      <dgm:spPr/>
      <dgm:t>
        <a:bodyPr/>
        <a:lstStyle/>
        <a:p>
          <a:endParaRPr lang="en-US"/>
        </a:p>
      </dgm:t>
    </dgm:pt>
    <dgm:pt modelId="{AC07B082-119B-C74A-A433-D13C2855FCE8}" type="sibTrans" cxnId="{5E58AE76-A067-5846-82C1-C6E882B6CA30}">
      <dgm:prSet/>
      <dgm:spPr/>
      <dgm:t>
        <a:bodyPr/>
        <a:lstStyle/>
        <a:p>
          <a:endParaRPr lang="en-US"/>
        </a:p>
      </dgm:t>
    </dgm:pt>
    <dgm:pt modelId="{1C8DBCF5-B073-B84B-B40D-0CB31D47E7AF}">
      <dgm:prSet phldrT="[Text]" custT="1"/>
      <dgm:spPr/>
      <dgm:t>
        <a:bodyPr/>
        <a:lstStyle/>
        <a:p>
          <a:r>
            <a:rPr lang="en-US" sz="1800" b="0" i="0" u="none" strike="noStrike" dirty="0">
              <a:effectLst/>
              <a:latin typeface="Helvetica" pitchFamily="2" charset="0"/>
              <a:cs typeface="Arial" panose="020B0604020202020204" pitchFamily="34" charset="0"/>
            </a:rPr>
            <a:t>Preprocessing steps</a:t>
          </a:r>
          <a:endParaRPr lang="en-US" sz="1800" b="0" dirty="0">
            <a:latin typeface="Helvetica" pitchFamily="2" charset="0"/>
          </a:endParaRPr>
        </a:p>
      </dgm:t>
    </dgm:pt>
    <dgm:pt modelId="{3BF41CCB-70A6-5B46-B1FC-2A66CE42B72B}" type="parTrans" cxnId="{3E7B0A23-477B-224E-B175-628809480741}">
      <dgm:prSet/>
      <dgm:spPr/>
      <dgm:t>
        <a:bodyPr/>
        <a:lstStyle/>
        <a:p>
          <a:endParaRPr lang="en-US"/>
        </a:p>
      </dgm:t>
    </dgm:pt>
    <dgm:pt modelId="{B9A688A6-45A8-5343-BDA5-AEEE2A1D7123}" type="sibTrans" cxnId="{3E7B0A23-477B-224E-B175-628809480741}">
      <dgm:prSet/>
      <dgm:spPr/>
      <dgm:t>
        <a:bodyPr/>
        <a:lstStyle/>
        <a:p>
          <a:endParaRPr lang="en-US"/>
        </a:p>
      </dgm:t>
    </dgm:pt>
    <dgm:pt modelId="{C51727AE-18C9-714E-A042-AE96D84B5EB1}">
      <dgm:prSet phldrT="[Text]"/>
      <dgm:spPr/>
      <dgm:t>
        <a:bodyPr/>
        <a:lstStyle/>
        <a:p>
          <a:pPr>
            <a:buNone/>
          </a:pPr>
          <a:endParaRPr lang="en-US" sz="1300" b="1" dirty="0">
            <a:latin typeface="Helvetica" pitchFamily="2" charset="0"/>
            <a:cs typeface="Arial" panose="020B0604020202020204" pitchFamily="34" charset="0"/>
          </a:endParaRPr>
        </a:p>
        <a:p>
          <a:pPr>
            <a:buNone/>
          </a:pPr>
          <a:endParaRPr lang="en-US" sz="1300" b="1" dirty="0">
            <a:latin typeface="Helvetica" pitchFamily="2" charset="0"/>
            <a:cs typeface="Arial" panose="020B0604020202020204" pitchFamily="34" charset="0"/>
          </a:endParaRPr>
        </a:p>
        <a:p>
          <a:pPr>
            <a:buNone/>
          </a:pPr>
          <a:r>
            <a:rPr lang="en-US" sz="1300" b="1" dirty="0">
              <a:latin typeface="Helvetica" pitchFamily="2" charset="0"/>
              <a:cs typeface="Arial" panose="020B0604020202020204" pitchFamily="34" charset="0"/>
            </a:rPr>
            <a:t>— Normalization</a:t>
          </a:r>
          <a:endParaRPr lang="en-US" sz="1300" dirty="0">
            <a:latin typeface="Helvetica" pitchFamily="2" charset="0"/>
          </a:endParaRPr>
        </a:p>
      </dgm:t>
    </dgm:pt>
    <dgm:pt modelId="{7DF71D90-D2E4-8E4B-B553-575F64FE25AC}" type="parTrans" cxnId="{69A560B7-745E-2D4C-9E24-84FF89F3F118}">
      <dgm:prSet/>
      <dgm:spPr/>
      <dgm:t>
        <a:bodyPr/>
        <a:lstStyle/>
        <a:p>
          <a:endParaRPr lang="en-US"/>
        </a:p>
      </dgm:t>
    </dgm:pt>
    <dgm:pt modelId="{3D517917-0922-664C-A016-9735D031353D}" type="sibTrans" cxnId="{69A560B7-745E-2D4C-9E24-84FF89F3F118}">
      <dgm:prSet/>
      <dgm:spPr/>
      <dgm:t>
        <a:bodyPr/>
        <a:lstStyle/>
        <a:p>
          <a:endParaRPr lang="en-US"/>
        </a:p>
      </dgm:t>
    </dgm:pt>
    <dgm:pt modelId="{37AB3659-77E6-424C-838D-DB38776244C5}">
      <dgm:prSet phldrT="[Text]" custT="1"/>
      <dgm:spPr/>
      <dgm:t>
        <a:bodyPr/>
        <a:lstStyle/>
        <a:p>
          <a:pPr algn="ctr">
            <a:buNone/>
          </a:pPr>
          <a:r>
            <a:rPr lang="en-US" sz="2000" b="0" dirty="0">
              <a:latin typeface="Helvetica" pitchFamily="2" charset="0"/>
            </a:rPr>
            <a:t>      </a:t>
          </a:r>
          <a:r>
            <a:rPr lang="en-US" sz="1800" b="0" dirty="0">
              <a:latin typeface="Helvetica" pitchFamily="2" charset="0"/>
            </a:rPr>
            <a:t>Canonical outputs</a:t>
          </a:r>
          <a:endParaRPr lang="en-US" sz="1800" dirty="0">
            <a:latin typeface="Helvetica" pitchFamily="2" charset="0"/>
          </a:endParaRPr>
        </a:p>
      </dgm:t>
    </dgm:pt>
    <dgm:pt modelId="{B7D2384E-AA2A-0240-BEA1-899897B8C1C7}" type="parTrans" cxnId="{5281E96E-0807-1F40-8D85-BB113AB3280B}">
      <dgm:prSet/>
      <dgm:spPr/>
      <dgm:t>
        <a:bodyPr/>
        <a:lstStyle/>
        <a:p>
          <a:endParaRPr lang="en-US"/>
        </a:p>
      </dgm:t>
    </dgm:pt>
    <dgm:pt modelId="{3C24CAAD-DB8B-3C4F-A5B1-644814E7C341}" type="sibTrans" cxnId="{5281E96E-0807-1F40-8D85-BB113AB3280B}">
      <dgm:prSet/>
      <dgm:spPr/>
      <dgm:t>
        <a:bodyPr/>
        <a:lstStyle/>
        <a:p>
          <a:endParaRPr lang="en-US"/>
        </a:p>
      </dgm:t>
    </dgm:pt>
    <dgm:pt modelId="{CA37B3CD-5A5E-954C-86FE-AFA1170BC991}">
      <dgm:prSet phldrT="[Text]"/>
      <dgm:spPr/>
      <dgm:t>
        <a:bodyPr/>
        <a:lstStyle/>
        <a:p>
          <a:pPr>
            <a:buSzPts val="1000"/>
            <a:buFont typeface="Symbol" pitchFamily="2" charset="2"/>
            <a:buNone/>
          </a:pPr>
          <a:endParaRPr lang="en-US" sz="1300" b="1" dirty="0">
            <a:latin typeface="Helvetica" pitchFamily="2" charset="0"/>
            <a:cs typeface="Arial" panose="020B0604020202020204" pitchFamily="34" charset="0"/>
          </a:endParaRPr>
        </a:p>
        <a:p>
          <a:pPr>
            <a:buSzPts val="1000"/>
            <a:buFont typeface="Symbol" pitchFamily="2" charset="2"/>
            <a:buNone/>
          </a:pPr>
          <a:endParaRPr lang="en-US" sz="1300" b="1" dirty="0">
            <a:latin typeface="Helvetica" pitchFamily="2" charset="0"/>
            <a:cs typeface="Arial" panose="020B0604020202020204" pitchFamily="34" charset="0"/>
          </a:endParaRPr>
        </a:p>
        <a:p>
          <a:pPr>
            <a:buSzPts val="1000"/>
            <a:buFont typeface="Symbol" pitchFamily="2" charset="2"/>
            <a:buNone/>
          </a:pPr>
          <a:r>
            <a:rPr lang="en-US" sz="1300" b="1" dirty="0">
              <a:latin typeface="Helvetica" pitchFamily="2" charset="0"/>
              <a:cs typeface="Arial" panose="020B0604020202020204" pitchFamily="34" charset="0"/>
            </a:rPr>
            <a:t>— </a:t>
          </a:r>
          <a:r>
            <a:rPr lang="en-US" sz="1300" b="1" dirty="0">
              <a:latin typeface="Helvetica" pitchFamily="2" charset="0"/>
            </a:rPr>
            <a:t>Processed expression matrices</a:t>
          </a:r>
        </a:p>
      </dgm:t>
    </dgm:pt>
    <dgm:pt modelId="{3F731AAA-B0CE-284A-98C2-FCC32D890E73}" type="parTrans" cxnId="{450EB165-AA98-C647-9849-3E6679167B1F}">
      <dgm:prSet/>
      <dgm:spPr/>
      <dgm:t>
        <a:bodyPr/>
        <a:lstStyle/>
        <a:p>
          <a:endParaRPr lang="en-US"/>
        </a:p>
      </dgm:t>
    </dgm:pt>
    <dgm:pt modelId="{07CE565A-F229-DB49-8583-790E863A2EFE}" type="sibTrans" cxnId="{450EB165-AA98-C647-9849-3E6679167B1F}">
      <dgm:prSet/>
      <dgm:spPr/>
      <dgm:t>
        <a:bodyPr/>
        <a:lstStyle/>
        <a:p>
          <a:endParaRPr lang="en-US"/>
        </a:p>
      </dgm:t>
    </dgm:pt>
    <dgm:pt modelId="{1BB4BFEB-C576-F940-ABDC-F26DA54F4ACC}">
      <dgm:prSet custT="1"/>
      <dgm:spPr/>
      <dgm:t>
        <a:bodyPr/>
        <a:lstStyle/>
        <a:p>
          <a:r>
            <a:rPr lang="en-US" sz="1300" dirty="0">
              <a:latin typeface="Helvetica" pitchFamily="2" charset="0"/>
              <a:cs typeface="Arial" panose="020B0604020202020204" pitchFamily="34" charset="0"/>
            </a:rPr>
            <a:t>Raw gene counts</a:t>
          </a:r>
        </a:p>
      </dgm:t>
    </dgm:pt>
    <dgm:pt modelId="{B4659A55-D813-384C-A90F-729316F3AE7B}" type="parTrans" cxnId="{F2BFD045-4AE8-BE45-B7CF-434AEAFAE77F}">
      <dgm:prSet/>
      <dgm:spPr/>
      <dgm:t>
        <a:bodyPr/>
        <a:lstStyle/>
        <a:p>
          <a:endParaRPr lang="en-US"/>
        </a:p>
      </dgm:t>
    </dgm:pt>
    <dgm:pt modelId="{5AC3CC53-6E0F-DA4F-98EE-5E9F80A8298E}" type="sibTrans" cxnId="{F2BFD045-4AE8-BE45-B7CF-434AEAFAE77F}">
      <dgm:prSet/>
      <dgm:spPr/>
      <dgm:t>
        <a:bodyPr/>
        <a:lstStyle/>
        <a:p>
          <a:endParaRPr lang="en-US"/>
        </a:p>
      </dgm:t>
    </dgm:pt>
    <dgm:pt modelId="{DE341B7C-5149-4746-AD8E-87A65E93AB3A}">
      <dgm:prSet custT="1"/>
      <dgm:spPr/>
      <dgm:t>
        <a:bodyPr/>
        <a:lstStyle/>
        <a:p>
          <a:pPr>
            <a:buNone/>
          </a:pPr>
          <a:r>
            <a:rPr lang="en-US" sz="1300" dirty="0">
              <a:latin typeface="Helvetica" pitchFamily="2" charset="0"/>
              <a:cs typeface="Arial" panose="020B0604020202020204" pitchFamily="34" charset="0"/>
            </a:rPr>
            <a:t>(genes × samples)</a:t>
          </a:r>
        </a:p>
      </dgm:t>
    </dgm:pt>
    <dgm:pt modelId="{48174E8A-7382-6049-9D35-C1CD5B0FCB13}" type="parTrans" cxnId="{BE2109EB-6FBF-A44E-8E2D-D4C2924E35B4}">
      <dgm:prSet/>
      <dgm:spPr/>
      <dgm:t>
        <a:bodyPr/>
        <a:lstStyle/>
        <a:p>
          <a:endParaRPr lang="en-US"/>
        </a:p>
      </dgm:t>
    </dgm:pt>
    <dgm:pt modelId="{913C27B7-FE29-DB4A-A394-9C045DADC593}" type="sibTrans" cxnId="{BE2109EB-6FBF-A44E-8E2D-D4C2924E35B4}">
      <dgm:prSet/>
      <dgm:spPr/>
      <dgm:t>
        <a:bodyPr/>
        <a:lstStyle/>
        <a:p>
          <a:endParaRPr lang="en-US"/>
        </a:p>
      </dgm:t>
    </dgm:pt>
    <dgm:pt modelId="{7E4DFF38-1B0A-DE48-886C-D19A390ADB70}">
      <dgm:prSet custT="1"/>
      <dgm:spPr/>
      <dgm:t>
        <a:bodyPr/>
        <a:lstStyle/>
        <a:p>
          <a:pPr>
            <a:buNone/>
          </a:pPr>
          <a:r>
            <a:rPr lang="en-US" sz="1300" dirty="0">
              <a:latin typeface="Helvetica" pitchFamily="2" charset="0"/>
              <a:cs typeface="Arial" panose="020B0604020202020204" pitchFamily="34" charset="0"/>
            </a:rPr>
            <a:t>• CRISPR CAR-T RNA-seq</a:t>
          </a:r>
        </a:p>
      </dgm:t>
    </dgm:pt>
    <dgm:pt modelId="{F8B74ED3-82C4-114F-8F56-4CE5CE4239BE}" type="parTrans" cxnId="{6919F44C-2A02-E44C-A1AA-EF52CFB8E259}">
      <dgm:prSet/>
      <dgm:spPr/>
      <dgm:t>
        <a:bodyPr/>
        <a:lstStyle/>
        <a:p>
          <a:endParaRPr lang="en-US"/>
        </a:p>
      </dgm:t>
    </dgm:pt>
    <dgm:pt modelId="{2C8EA789-881D-6A41-B8A6-228819223409}" type="sibTrans" cxnId="{6919F44C-2A02-E44C-A1AA-EF52CFB8E259}">
      <dgm:prSet/>
      <dgm:spPr/>
      <dgm:t>
        <a:bodyPr/>
        <a:lstStyle/>
        <a:p>
          <a:endParaRPr lang="en-US"/>
        </a:p>
      </dgm:t>
    </dgm:pt>
    <dgm:pt modelId="{9527F4D3-C651-1B4A-9911-8A81B1CD3187}">
      <dgm:prSet custT="1"/>
      <dgm:spPr/>
      <dgm:t>
        <a:bodyPr/>
        <a:lstStyle/>
        <a:p>
          <a:pPr>
            <a:buNone/>
          </a:pPr>
          <a:r>
            <a:rPr lang="en-US" sz="1300" dirty="0">
              <a:latin typeface="Helvetica" pitchFamily="2" charset="0"/>
              <a:cs typeface="Arial" panose="020B0604020202020204" pitchFamily="34" charset="0"/>
            </a:rPr>
            <a:t>• 60 samples</a:t>
          </a:r>
        </a:p>
      </dgm:t>
    </dgm:pt>
    <dgm:pt modelId="{49631897-5203-B64C-812E-167CB7DA52DA}" type="parTrans" cxnId="{3359D866-E93B-7344-B3DC-246E320F9E61}">
      <dgm:prSet/>
      <dgm:spPr/>
      <dgm:t>
        <a:bodyPr/>
        <a:lstStyle/>
        <a:p>
          <a:endParaRPr lang="en-US"/>
        </a:p>
      </dgm:t>
    </dgm:pt>
    <dgm:pt modelId="{CF2F5474-7A9D-8948-BEC7-4D496A1BB7D7}" type="sibTrans" cxnId="{3359D866-E93B-7344-B3DC-246E320F9E61}">
      <dgm:prSet/>
      <dgm:spPr/>
      <dgm:t>
        <a:bodyPr/>
        <a:lstStyle/>
        <a:p>
          <a:endParaRPr lang="en-US"/>
        </a:p>
      </dgm:t>
    </dgm:pt>
    <dgm:pt modelId="{63FD1394-A4C2-444A-8810-0B3C29E245BA}">
      <dgm:prSet custT="1"/>
      <dgm:spPr/>
      <dgm:t>
        <a:bodyPr/>
        <a:lstStyle/>
        <a:p>
          <a:pPr>
            <a:buNone/>
          </a:pPr>
          <a:endParaRPr lang="en-US" sz="1300" dirty="0">
            <a:latin typeface="Helvetica" pitchFamily="2" charset="0"/>
            <a:cs typeface="Arial" panose="020B0604020202020204" pitchFamily="34" charset="0"/>
          </a:endParaRPr>
        </a:p>
      </dgm:t>
    </dgm:pt>
    <dgm:pt modelId="{EA665543-720E-C241-B901-60BE7338BE36}" type="parTrans" cxnId="{40410675-A1F5-554A-AFBB-075EA719E81A}">
      <dgm:prSet/>
      <dgm:spPr/>
      <dgm:t>
        <a:bodyPr/>
        <a:lstStyle/>
        <a:p>
          <a:endParaRPr lang="en-US"/>
        </a:p>
      </dgm:t>
    </dgm:pt>
    <dgm:pt modelId="{C06A56A0-1009-634A-A2E6-97F7FF9EA5C1}" type="sibTrans" cxnId="{40410675-A1F5-554A-AFBB-075EA719E81A}">
      <dgm:prSet/>
      <dgm:spPr/>
      <dgm:t>
        <a:bodyPr/>
        <a:lstStyle/>
        <a:p>
          <a:endParaRPr lang="en-US"/>
        </a:p>
      </dgm:t>
    </dgm:pt>
    <dgm:pt modelId="{1A0CE5F3-13A1-0E41-81BD-ABF1CBF91A9E}">
      <dgm:prSet custT="1"/>
      <dgm:spPr/>
      <dgm:t>
        <a:bodyPr/>
        <a:lstStyle/>
        <a:p>
          <a:pPr>
            <a:buNone/>
          </a:pPr>
          <a:r>
            <a:rPr lang="en-US" sz="1000" dirty="0" err="1">
              <a:latin typeface="Helvetica" pitchFamily="2" charset="0"/>
              <a:cs typeface="Arial" panose="020B0604020202020204" pitchFamily="34" charset="0"/>
            </a:rPr>
            <a:t>counts_num</a:t>
          </a:r>
          <a:endParaRPr lang="en-US" sz="1000" dirty="0">
            <a:latin typeface="Helvetica" pitchFamily="2" charset="0"/>
            <a:cs typeface="Arial" panose="020B0604020202020204" pitchFamily="34" charset="0"/>
          </a:endParaRPr>
        </a:p>
      </dgm:t>
    </dgm:pt>
    <dgm:pt modelId="{C279DE75-AB71-D240-9441-8372B51D8CBF}" type="parTrans" cxnId="{4E9FF96B-36F9-1A41-801D-74C523DC17AF}">
      <dgm:prSet/>
      <dgm:spPr/>
      <dgm:t>
        <a:bodyPr/>
        <a:lstStyle/>
        <a:p>
          <a:endParaRPr lang="en-US"/>
        </a:p>
      </dgm:t>
    </dgm:pt>
    <dgm:pt modelId="{BB28A83E-ABB8-974A-BF98-69CEBCC9C04B}" type="sibTrans" cxnId="{4E9FF96B-36F9-1A41-801D-74C523DC17AF}">
      <dgm:prSet/>
      <dgm:spPr/>
      <dgm:t>
        <a:bodyPr/>
        <a:lstStyle/>
        <a:p>
          <a:endParaRPr lang="en-US"/>
        </a:p>
      </dgm:t>
    </dgm:pt>
    <dgm:pt modelId="{551ADB55-5727-324A-873B-7EDE40E5F155}">
      <dgm:prSet custT="1"/>
      <dgm:spPr/>
      <dgm:t>
        <a:bodyPr/>
        <a:lstStyle/>
        <a:p>
          <a:pPr>
            <a:buNone/>
          </a:pPr>
          <a:r>
            <a:rPr lang="en-US" sz="1300" dirty="0">
              <a:latin typeface="Helvetica" pitchFamily="2" charset="0"/>
              <a:cs typeface="Arial" panose="020B0604020202020204" pitchFamily="34" charset="0"/>
            </a:rPr>
            <a:t>Sample metadata</a:t>
          </a:r>
        </a:p>
      </dgm:t>
    </dgm:pt>
    <dgm:pt modelId="{E9D890B3-FB29-1947-8325-543D822D5ED9}" type="parTrans" cxnId="{48F98F54-0F6D-DC4A-8C7B-464110C38EDE}">
      <dgm:prSet/>
      <dgm:spPr/>
      <dgm:t>
        <a:bodyPr/>
        <a:lstStyle/>
        <a:p>
          <a:endParaRPr lang="en-US"/>
        </a:p>
      </dgm:t>
    </dgm:pt>
    <dgm:pt modelId="{0464CD1D-AA76-AC4D-996D-985E17623885}" type="sibTrans" cxnId="{48F98F54-0F6D-DC4A-8C7B-464110C38EDE}">
      <dgm:prSet/>
      <dgm:spPr/>
      <dgm:t>
        <a:bodyPr/>
        <a:lstStyle/>
        <a:p>
          <a:endParaRPr lang="en-US"/>
        </a:p>
      </dgm:t>
    </dgm:pt>
    <dgm:pt modelId="{14AAFE0F-B8EE-5145-95A3-8CEC95460A4B}">
      <dgm:prSet custT="1"/>
      <dgm:spPr/>
      <dgm:t>
        <a:bodyPr/>
        <a:lstStyle/>
        <a:p>
          <a:pPr>
            <a:buNone/>
          </a:pPr>
          <a:r>
            <a:rPr lang="en-US" sz="1300" dirty="0">
              <a:latin typeface="Helvetica" pitchFamily="2" charset="0"/>
              <a:cs typeface="Arial" panose="020B0604020202020204" pitchFamily="34" charset="0"/>
            </a:rPr>
            <a:t>• donor</a:t>
          </a:r>
        </a:p>
      </dgm:t>
    </dgm:pt>
    <dgm:pt modelId="{57F5D672-1BD5-424F-9277-FB931FC1E1CB}" type="parTrans" cxnId="{9D709A99-3515-9E46-8222-8BADCA3826F5}">
      <dgm:prSet/>
      <dgm:spPr/>
      <dgm:t>
        <a:bodyPr/>
        <a:lstStyle/>
        <a:p>
          <a:endParaRPr lang="en-US"/>
        </a:p>
      </dgm:t>
    </dgm:pt>
    <dgm:pt modelId="{C0F2AC2B-32EE-4B46-BB27-FDA21FCDAEB3}" type="sibTrans" cxnId="{9D709A99-3515-9E46-8222-8BADCA3826F5}">
      <dgm:prSet/>
      <dgm:spPr/>
      <dgm:t>
        <a:bodyPr/>
        <a:lstStyle/>
        <a:p>
          <a:endParaRPr lang="en-US"/>
        </a:p>
      </dgm:t>
    </dgm:pt>
    <dgm:pt modelId="{85D69C1F-086B-CA46-8F79-4E8DBC562267}">
      <dgm:prSet custT="1"/>
      <dgm:spPr/>
      <dgm:t>
        <a:bodyPr/>
        <a:lstStyle/>
        <a:p>
          <a:pPr>
            <a:buNone/>
          </a:pPr>
          <a:r>
            <a:rPr lang="en-US" sz="1300" dirty="0">
              <a:latin typeface="Helvetica" pitchFamily="2" charset="0"/>
              <a:cs typeface="Arial" panose="020B0604020202020204" pitchFamily="34" charset="0"/>
            </a:rPr>
            <a:t>• guide (RHOG / </a:t>
          </a:r>
          <a:r>
            <a:rPr lang="en-US" sz="1300" dirty="0" err="1">
              <a:latin typeface="Helvetica" pitchFamily="2" charset="0"/>
              <a:cs typeface="Arial" panose="020B0604020202020204" pitchFamily="34" charset="0"/>
            </a:rPr>
            <a:t>SafeHarbor</a:t>
          </a:r>
          <a:r>
            <a:rPr lang="en-US" sz="1300" dirty="0">
              <a:latin typeface="Helvetica" pitchFamily="2" charset="0"/>
              <a:cs typeface="Arial" panose="020B0604020202020204" pitchFamily="34" charset="0"/>
            </a:rPr>
            <a:t>)</a:t>
          </a:r>
        </a:p>
      </dgm:t>
    </dgm:pt>
    <dgm:pt modelId="{151B1BC2-19BE-674B-B040-4F9B8D5B632E}" type="parTrans" cxnId="{C2F99A7C-EDCF-0643-9E95-3EEF3921CD1A}">
      <dgm:prSet/>
      <dgm:spPr/>
      <dgm:t>
        <a:bodyPr/>
        <a:lstStyle/>
        <a:p>
          <a:endParaRPr lang="en-US"/>
        </a:p>
      </dgm:t>
    </dgm:pt>
    <dgm:pt modelId="{A1F18108-CCF1-F841-9B72-3996B7CDEDB7}" type="sibTrans" cxnId="{C2F99A7C-EDCF-0643-9E95-3EEF3921CD1A}">
      <dgm:prSet/>
      <dgm:spPr/>
      <dgm:t>
        <a:bodyPr/>
        <a:lstStyle/>
        <a:p>
          <a:endParaRPr lang="en-US"/>
        </a:p>
      </dgm:t>
    </dgm:pt>
    <dgm:pt modelId="{F929BC6C-2D8A-5046-BC5D-6F449D1ADFAF}">
      <dgm:prSet custT="1"/>
      <dgm:spPr/>
      <dgm:t>
        <a:bodyPr/>
        <a:lstStyle/>
        <a:p>
          <a:pPr>
            <a:buNone/>
          </a:pPr>
          <a:r>
            <a:rPr lang="en-US" sz="1300" dirty="0">
              <a:latin typeface="Helvetica" pitchFamily="2" charset="0"/>
              <a:cs typeface="Arial" panose="020B0604020202020204" pitchFamily="34" charset="0"/>
            </a:rPr>
            <a:t>• activation time (hours)</a:t>
          </a:r>
        </a:p>
      </dgm:t>
    </dgm:pt>
    <dgm:pt modelId="{406DC258-70DA-BB49-8FC8-2A13D8BD860D}" type="parTrans" cxnId="{22722A97-78BD-CD42-BDB8-39B0BE3F4F5B}">
      <dgm:prSet/>
      <dgm:spPr/>
      <dgm:t>
        <a:bodyPr/>
        <a:lstStyle/>
        <a:p>
          <a:endParaRPr lang="en-US"/>
        </a:p>
      </dgm:t>
    </dgm:pt>
    <dgm:pt modelId="{52C23482-91AA-2F45-A341-91163C1698F7}" type="sibTrans" cxnId="{22722A97-78BD-CD42-BDB8-39B0BE3F4F5B}">
      <dgm:prSet/>
      <dgm:spPr/>
      <dgm:t>
        <a:bodyPr/>
        <a:lstStyle/>
        <a:p>
          <a:endParaRPr lang="en-US"/>
        </a:p>
      </dgm:t>
    </dgm:pt>
    <dgm:pt modelId="{26898354-2DA7-5741-A6F4-0E2237F87BCA}">
      <dgm:prSet custT="1"/>
      <dgm:spPr/>
      <dgm:t>
        <a:bodyPr/>
        <a:lstStyle/>
        <a:p>
          <a:pPr>
            <a:buNone/>
          </a:pPr>
          <a:r>
            <a:rPr lang="en-US" sz="800" dirty="0" err="1">
              <a:latin typeface="Helvetica" pitchFamily="2" charset="0"/>
              <a:cs typeface="Arial" panose="020B0604020202020204" pitchFamily="34" charset="0"/>
            </a:rPr>
            <a:t>metadata_samples.csv</a:t>
          </a:r>
          <a:endParaRPr lang="en-US" sz="800" dirty="0">
            <a:latin typeface="Helvetica" pitchFamily="2" charset="0"/>
            <a:cs typeface="Arial" panose="020B0604020202020204" pitchFamily="34" charset="0"/>
          </a:endParaRPr>
        </a:p>
      </dgm:t>
    </dgm:pt>
    <dgm:pt modelId="{9C00C91C-F5EA-334D-9947-FC2F0CF31FF4}" type="parTrans" cxnId="{1937BD26-AD8E-074A-AD86-40EF5A95EDB9}">
      <dgm:prSet/>
      <dgm:spPr/>
      <dgm:t>
        <a:bodyPr/>
        <a:lstStyle/>
        <a:p>
          <a:endParaRPr lang="en-US"/>
        </a:p>
      </dgm:t>
    </dgm:pt>
    <dgm:pt modelId="{C98D7480-A6A4-8746-9782-EEEDCBD942AB}" type="sibTrans" cxnId="{1937BD26-AD8E-074A-AD86-40EF5A95EDB9}">
      <dgm:prSet/>
      <dgm:spPr/>
      <dgm:t>
        <a:bodyPr/>
        <a:lstStyle/>
        <a:p>
          <a:endParaRPr lang="en-US"/>
        </a:p>
      </dgm:t>
    </dgm:pt>
    <dgm:pt modelId="{D1466CC5-E468-5D49-A59A-8C17EB74D5B2}">
      <dgm:prSet custT="1"/>
      <dgm:spPr/>
      <dgm:t>
        <a:bodyPr/>
        <a:lstStyle/>
        <a:p>
          <a:pPr>
            <a:buNone/>
          </a:pPr>
          <a:r>
            <a:rPr lang="en-US" sz="800" dirty="0" err="1">
              <a:latin typeface="Helvetica" pitchFamily="2" charset="0"/>
              <a:cs typeface="Arial" panose="020B0604020202020204" pitchFamily="34" charset="0"/>
            </a:rPr>
            <a:t>analysis_utils</a:t>
          </a:r>
          <a:r>
            <a:rPr lang="en-US" sz="800" dirty="0">
              <a:latin typeface="Helvetica" pitchFamily="2" charset="0"/>
              <a:cs typeface="Arial" panose="020B0604020202020204" pitchFamily="34" charset="0"/>
            </a:rPr>
            <a:t>/preprocessing.py</a:t>
          </a:r>
        </a:p>
        <a:p>
          <a:pPr>
            <a:buNone/>
          </a:pPr>
          <a:r>
            <a:rPr lang="en-US" sz="800" b="0" i="0" u="none" dirty="0">
              <a:latin typeface="Helvetica" pitchFamily="2" charset="0"/>
            </a:rPr>
            <a:t>(implemented as reusable functions)</a:t>
          </a:r>
          <a:endParaRPr lang="en-US" sz="800" dirty="0">
            <a:latin typeface="Helvetica" pitchFamily="2" charset="0"/>
            <a:cs typeface="Arial" panose="020B0604020202020204" pitchFamily="34" charset="0"/>
          </a:endParaRPr>
        </a:p>
      </dgm:t>
    </dgm:pt>
    <dgm:pt modelId="{929094EB-3398-4142-A61A-3E4AD6B606A3}" type="parTrans" cxnId="{E6B2C364-D9FA-964C-A18F-27E7BFDCB351}">
      <dgm:prSet/>
      <dgm:spPr/>
      <dgm:t>
        <a:bodyPr/>
        <a:lstStyle/>
        <a:p>
          <a:endParaRPr lang="en-US"/>
        </a:p>
      </dgm:t>
    </dgm:pt>
    <dgm:pt modelId="{708B5DDD-CD66-AE40-917C-D266DC0D253B}" type="sibTrans" cxnId="{E6B2C364-D9FA-964C-A18F-27E7BFDCB351}">
      <dgm:prSet/>
      <dgm:spPr/>
      <dgm:t>
        <a:bodyPr/>
        <a:lstStyle/>
        <a:p>
          <a:endParaRPr lang="en-US"/>
        </a:p>
      </dgm:t>
    </dgm:pt>
    <dgm:pt modelId="{BD58AB7B-3C0C-8A48-BB4D-A243091DF5CF}">
      <dgm:prSet/>
      <dgm:spPr/>
      <dgm:t>
        <a:bodyPr/>
        <a:lstStyle/>
        <a:p>
          <a:pPr>
            <a:buSzPts val="1000"/>
            <a:buFont typeface="Symbol" pitchFamily="2" charset="2"/>
            <a:buChar char=""/>
          </a:pPr>
          <a:r>
            <a:rPr lang="en-US" sz="1300" dirty="0">
              <a:latin typeface="Helvetica" pitchFamily="2" charset="0"/>
              <a:cs typeface="Courier New" panose="02070309020205020404" pitchFamily="49" charset="0"/>
            </a:rPr>
            <a:t>expr_logcpm_symbol.parquet</a:t>
          </a:r>
        </a:p>
      </dgm:t>
    </dgm:pt>
    <dgm:pt modelId="{F9C6BC88-B99A-FD49-89D2-31CD41243813}" type="parTrans" cxnId="{B28CE919-9EED-5A41-9819-880B1FE30D3A}">
      <dgm:prSet/>
      <dgm:spPr/>
      <dgm:t>
        <a:bodyPr/>
        <a:lstStyle/>
        <a:p>
          <a:endParaRPr lang="en-US"/>
        </a:p>
      </dgm:t>
    </dgm:pt>
    <dgm:pt modelId="{61FBD962-CEC8-1949-8ACC-32881284E2AB}" type="sibTrans" cxnId="{B28CE919-9EED-5A41-9819-880B1FE30D3A}">
      <dgm:prSet/>
      <dgm:spPr/>
      <dgm:t>
        <a:bodyPr/>
        <a:lstStyle/>
        <a:p>
          <a:endParaRPr lang="en-US"/>
        </a:p>
      </dgm:t>
    </dgm:pt>
    <dgm:pt modelId="{BC4B1A38-3F86-A648-B48A-71E41E440E09}">
      <dgm:prSet/>
      <dgm:spPr/>
      <dgm:t>
        <a:bodyPr/>
        <a:lstStyle/>
        <a:p>
          <a:pPr>
            <a:buSzPts val="1000"/>
            <a:buFont typeface="Symbol" pitchFamily="2" charset="2"/>
            <a:buChar char=""/>
          </a:pPr>
          <a:r>
            <a:rPr lang="en-US" sz="1300" dirty="0" err="1">
              <a:latin typeface="Helvetica" pitchFamily="2" charset="0"/>
              <a:cs typeface="Courier New" panose="02070309020205020404" pitchFamily="49" charset="0"/>
            </a:rPr>
            <a:t>metadata_samples.csv</a:t>
          </a:r>
          <a:endParaRPr lang="en-US" sz="1300" dirty="0">
            <a:latin typeface="Helvetica" pitchFamily="2" charset="0"/>
            <a:cs typeface="Courier New" panose="02070309020205020404" pitchFamily="49" charset="0"/>
          </a:endParaRPr>
        </a:p>
      </dgm:t>
    </dgm:pt>
    <dgm:pt modelId="{FAE0C4B6-897C-614A-A637-DD3B3D74AC08}" type="parTrans" cxnId="{4F991CCC-340D-EC42-B4F2-9D5E21B75EB1}">
      <dgm:prSet/>
      <dgm:spPr/>
      <dgm:t>
        <a:bodyPr/>
        <a:lstStyle/>
        <a:p>
          <a:endParaRPr lang="en-US"/>
        </a:p>
      </dgm:t>
    </dgm:pt>
    <dgm:pt modelId="{C38299A1-644C-9C4D-A380-F31C56DE8756}" type="sibTrans" cxnId="{4F991CCC-340D-EC42-B4F2-9D5E21B75EB1}">
      <dgm:prSet/>
      <dgm:spPr/>
      <dgm:t>
        <a:bodyPr/>
        <a:lstStyle/>
        <a:p>
          <a:endParaRPr lang="en-US"/>
        </a:p>
      </dgm:t>
    </dgm:pt>
    <dgm:pt modelId="{D76815AC-52B5-5B4B-9406-9283E3D6A1CB}">
      <dgm:prSet custT="1"/>
      <dgm:spPr/>
      <dgm:t>
        <a:bodyPr/>
        <a:lstStyle/>
        <a:p>
          <a:pPr>
            <a:buNone/>
          </a:pPr>
          <a:r>
            <a:rPr lang="en-US" sz="800" dirty="0">
              <a:latin typeface="Helvetica" pitchFamily="2" charset="0"/>
            </a:rPr>
            <a:t>data/processed/</a:t>
          </a:r>
        </a:p>
        <a:p>
          <a:pPr>
            <a:buNone/>
          </a:pPr>
          <a:endParaRPr lang="en-US" sz="800" dirty="0">
            <a:latin typeface="Helvetica" pitchFamily="2" charset="0"/>
          </a:endParaRPr>
        </a:p>
      </dgm:t>
    </dgm:pt>
    <dgm:pt modelId="{7C89B74D-5E41-F04D-B156-911A0B38033A}" type="parTrans" cxnId="{EEA22823-EE36-344B-A46A-61509D01EED5}">
      <dgm:prSet/>
      <dgm:spPr/>
      <dgm:t>
        <a:bodyPr/>
        <a:lstStyle/>
        <a:p>
          <a:endParaRPr lang="en-US"/>
        </a:p>
      </dgm:t>
    </dgm:pt>
    <dgm:pt modelId="{CF2623E1-792F-954D-9652-F6F081165E9B}" type="sibTrans" cxnId="{EEA22823-EE36-344B-A46A-61509D01EED5}">
      <dgm:prSet/>
      <dgm:spPr/>
      <dgm:t>
        <a:bodyPr/>
        <a:lstStyle/>
        <a:p>
          <a:endParaRPr lang="en-US"/>
        </a:p>
      </dgm:t>
    </dgm:pt>
    <dgm:pt modelId="{3E9A3743-6503-AB41-8509-E09D9344C208}">
      <dgm:prSet/>
      <dgm:spPr/>
      <dgm:t>
        <a:bodyPr/>
        <a:lstStyle/>
        <a:p>
          <a:pPr>
            <a:buNone/>
          </a:pPr>
          <a:endParaRPr lang="en-US" sz="1300" dirty="0">
            <a:latin typeface="Helvetica" pitchFamily="2" charset="0"/>
          </a:endParaRPr>
        </a:p>
      </dgm:t>
    </dgm:pt>
    <dgm:pt modelId="{1CDD9DF9-2C90-6B48-909E-FBA776E53B15}" type="parTrans" cxnId="{91153E4F-282A-5548-A640-F8C3ABFA02CF}">
      <dgm:prSet/>
      <dgm:spPr/>
      <dgm:t>
        <a:bodyPr/>
        <a:lstStyle/>
        <a:p>
          <a:endParaRPr lang="en-US"/>
        </a:p>
      </dgm:t>
    </dgm:pt>
    <dgm:pt modelId="{7062BA3B-CD14-E141-9CC1-C3746FD6CC27}" type="sibTrans" cxnId="{91153E4F-282A-5548-A640-F8C3ABFA02CF}">
      <dgm:prSet/>
      <dgm:spPr/>
      <dgm:t>
        <a:bodyPr/>
        <a:lstStyle/>
        <a:p>
          <a:endParaRPr lang="en-US"/>
        </a:p>
      </dgm:t>
    </dgm:pt>
    <dgm:pt modelId="{952EC4CC-9A2C-C04D-931D-49EEF60EBBA9}">
      <dgm:prSet phldrT="[Text]"/>
      <dgm:spPr/>
      <dgm:t>
        <a:bodyPr/>
        <a:lstStyle/>
        <a:p>
          <a:pPr>
            <a:buSzPts val="1000"/>
            <a:buFont typeface="Symbol" pitchFamily="2" charset="2"/>
            <a:buChar char=""/>
          </a:pPr>
          <a:r>
            <a:rPr lang="en-US" sz="1300" dirty="0">
              <a:latin typeface="Helvetica" pitchFamily="2" charset="0"/>
              <a:cs typeface="Courier New" panose="02070309020205020404" pitchFamily="49" charset="0"/>
            </a:rPr>
            <a:t>expr_logcpm.parquet</a:t>
          </a:r>
        </a:p>
      </dgm:t>
    </dgm:pt>
    <dgm:pt modelId="{ACC01698-07B8-7342-A1F4-8CEB363BEA0E}" type="parTrans" cxnId="{23A993FD-225E-334E-9809-0AF0C808926B}">
      <dgm:prSet/>
      <dgm:spPr/>
      <dgm:t>
        <a:bodyPr/>
        <a:lstStyle/>
        <a:p>
          <a:endParaRPr lang="en-US"/>
        </a:p>
      </dgm:t>
    </dgm:pt>
    <dgm:pt modelId="{8EB8DAED-82D9-C148-B8F2-9CD374A09C2B}" type="sibTrans" cxnId="{23A993FD-225E-334E-9809-0AF0C808926B}">
      <dgm:prSet/>
      <dgm:spPr/>
      <dgm:t>
        <a:bodyPr/>
        <a:lstStyle/>
        <a:p>
          <a:endParaRPr lang="en-US"/>
        </a:p>
      </dgm:t>
    </dgm:pt>
    <dgm:pt modelId="{17BE919B-CA9A-4141-B2FD-94582963ED35}">
      <dgm:prSet custT="1"/>
      <dgm:spPr/>
      <dgm:t>
        <a:bodyPr/>
        <a:lstStyle/>
        <a:p>
          <a:pPr>
            <a:buNone/>
          </a:pPr>
          <a:r>
            <a:rPr lang="en-US" sz="1300" dirty="0">
              <a:latin typeface="Helvetica" pitchFamily="2" charset="0"/>
              <a:cs typeface="Arial" panose="020B0604020202020204" pitchFamily="34" charset="0"/>
            </a:rPr>
            <a:t>• ~60k genes</a:t>
          </a:r>
        </a:p>
      </dgm:t>
    </dgm:pt>
    <dgm:pt modelId="{EE89A143-702D-BF4B-85FE-EDDF536465C2}" type="parTrans" cxnId="{A2E98A4D-042D-8B47-8DDB-B41B56EA6CD9}">
      <dgm:prSet/>
      <dgm:spPr/>
      <dgm:t>
        <a:bodyPr/>
        <a:lstStyle/>
        <a:p>
          <a:endParaRPr lang="en-US"/>
        </a:p>
      </dgm:t>
    </dgm:pt>
    <dgm:pt modelId="{E78B4F7C-6523-1D4A-BCAA-8D2C959652A8}" type="sibTrans" cxnId="{A2E98A4D-042D-8B47-8DDB-B41B56EA6CD9}">
      <dgm:prSet/>
      <dgm:spPr/>
      <dgm:t>
        <a:bodyPr/>
        <a:lstStyle/>
        <a:p>
          <a:endParaRPr lang="en-US"/>
        </a:p>
      </dgm:t>
    </dgm:pt>
    <dgm:pt modelId="{1BD26820-DFDB-1245-A6A1-0544909DF223}">
      <dgm:prSet custT="1"/>
      <dgm:spPr/>
      <dgm:t>
        <a:bodyPr/>
        <a:lstStyle/>
        <a:p>
          <a:endParaRPr lang="en-US" sz="1300" dirty="0">
            <a:latin typeface="Helvetica" pitchFamily="2" charset="0"/>
            <a:cs typeface="Arial" panose="020B0604020202020204" pitchFamily="34" charset="0"/>
          </a:endParaRPr>
        </a:p>
      </dgm:t>
    </dgm:pt>
    <dgm:pt modelId="{C1C2BDAE-F402-2F49-A590-6A2BFDB8F3C0}" type="parTrans" cxnId="{4FB562A6-84F7-C440-B0FA-D6911ED576D9}">
      <dgm:prSet/>
      <dgm:spPr/>
      <dgm:t>
        <a:bodyPr/>
        <a:lstStyle/>
        <a:p>
          <a:endParaRPr lang="en-US"/>
        </a:p>
      </dgm:t>
    </dgm:pt>
    <dgm:pt modelId="{2E0FBBBA-D5E9-E846-AF73-A8D2F07DD1B5}" type="sibTrans" cxnId="{4FB562A6-84F7-C440-B0FA-D6911ED576D9}">
      <dgm:prSet/>
      <dgm:spPr/>
      <dgm:t>
        <a:bodyPr/>
        <a:lstStyle/>
        <a:p>
          <a:endParaRPr lang="en-US"/>
        </a:p>
      </dgm:t>
    </dgm:pt>
    <dgm:pt modelId="{BDE6EC3A-4635-6C43-B175-AE03BF715256}">
      <dgm:prSet custT="1"/>
      <dgm:spPr/>
      <dgm:t>
        <a:bodyPr/>
        <a:lstStyle/>
        <a:p>
          <a:endParaRPr lang="en-US" sz="1300" dirty="0">
            <a:latin typeface="Helvetica" pitchFamily="2" charset="0"/>
            <a:cs typeface="Arial" panose="020B0604020202020204" pitchFamily="34" charset="0"/>
          </a:endParaRPr>
        </a:p>
      </dgm:t>
    </dgm:pt>
    <dgm:pt modelId="{72B12BB9-CCAD-954B-9AEB-D6ED6DE83D8B}" type="parTrans" cxnId="{356B12D4-00BA-B045-BEB6-4B5B1160E230}">
      <dgm:prSet/>
      <dgm:spPr/>
      <dgm:t>
        <a:bodyPr/>
        <a:lstStyle/>
        <a:p>
          <a:endParaRPr lang="en-US"/>
        </a:p>
      </dgm:t>
    </dgm:pt>
    <dgm:pt modelId="{752C9744-F54D-EA42-BF7A-ED075FD0D31B}" type="sibTrans" cxnId="{356B12D4-00BA-B045-BEB6-4B5B1160E230}">
      <dgm:prSet/>
      <dgm:spPr/>
      <dgm:t>
        <a:bodyPr/>
        <a:lstStyle/>
        <a:p>
          <a:endParaRPr lang="en-US"/>
        </a:p>
      </dgm:t>
    </dgm:pt>
    <dgm:pt modelId="{63821F41-8BC4-9743-9224-60A5627E43EE}">
      <dgm:prSet/>
      <dgm:spPr/>
      <dgm:t>
        <a:bodyPr/>
        <a:lstStyle/>
        <a:p>
          <a:pPr>
            <a:buFont typeface="Arial" panose="020B0604020202020204" pitchFamily="34" charset="0"/>
            <a:buNone/>
          </a:pPr>
          <a:endParaRPr lang="en-US" sz="1300" dirty="0">
            <a:latin typeface="Helvetica" pitchFamily="2" charset="0"/>
            <a:cs typeface="Arial" panose="020B0604020202020204" pitchFamily="34" charset="0"/>
          </a:endParaRPr>
        </a:p>
      </dgm:t>
    </dgm:pt>
    <dgm:pt modelId="{DDBF4DC3-907B-514A-B5BE-FCAFD5925C27}" type="parTrans" cxnId="{19A4E116-56C5-A64E-AF40-41F205DC1FF1}">
      <dgm:prSet/>
      <dgm:spPr/>
      <dgm:t>
        <a:bodyPr/>
        <a:lstStyle/>
        <a:p>
          <a:endParaRPr lang="en-US"/>
        </a:p>
      </dgm:t>
    </dgm:pt>
    <dgm:pt modelId="{1C488C77-30A9-C041-9FBB-9D253744720B}" type="sibTrans" cxnId="{19A4E116-56C5-A64E-AF40-41F205DC1FF1}">
      <dgm:prSet/>
      <dgm:spPr/>
      <dgm:t>
        <a:bodyPr/>
        <a:lstStyle/>
        <a:p>
          <a:endParaRPr lang="en-US"/>
        </a:p>
      </dgm:t>
    </dgm:pt>
    <dgm:pt modelId="{F2FCBD50-E332-4A4F-BDEE-64C027698D88}">
      <dgm:prSet custT="1"/>
      <dgm:spPr/>
      <dgm:t>
        <a:bodyPr/>
        <a:lstStyle/>
        <a:p>
          <a:endParaRPr lang="en-US" sz="1300" dirty="0">
            <a:latin typeface="Helvetica" pitchFamily="2" charset="0"/>
            <a:cs typeface="Arial" panose="020B0604020202020204" pitchFamily="34" charset="0"/>
          </a:endParaRPr>
        </a:p>
      </dgm:t>
    </dgm:pt>
    <dgm:pt modelId="{73B3EDDE-C6CE-0749-9466-3FB66C8097C3}" type="parTrans" cxnId="{E8D2CC6E-DEF2-9C48-8DF1-BFEF95DD5886}">
      <dgm:prSet/>
      <dgm:spPr/>
      <dgm:t>
        <a:bodyPr/>
        <a:lstStyle/>
        <a:p>
          <a:endParaRPr lang="en-US"/>
        </a:p>
      </dgm:t>
    </dgm:pt>
    <dgm:pt modelId="{B5D4EEEE-8C9B-DB4D-B8A2-E2F0D1E9FDCB}" type="sibTrans" cxnId="{E8D2CC6E-DEF2-9C48-8DF1-BFEF95DD5886}">
      <dgm:prSet/>
      <dgm:spPr/>
      <dgm:t>
        <a:bodyPr/>
        <a:lstStyle/>
        <a:p>
          <a:endParaRPr lang="en-US"/>
        </a:p>
      </dgm:t>
    </dgm:pt>
    <dgm:pt modelId="{9B13E40F-FAE1-1048-954D-0D6C32A04B58}">
      <dgm:prSet custT="1"/>
      <dgm:spPr/>
      <dgm:t>
        <a:bodyPr/>
        <a:lstStyle/>
        <a:p>
          <a:pPr>
            <a:buNone/>
          </a:pPr>
          <a:r>
            <a:rPr lang="en-US" sz="800" b="1" dirty="0">
              <a:effectLst/>
              <a:latin typeface="Helvetica" pitchFamily="2" charset="0"/>
              <a:ea typeface="Times New Roman" panose="02020603050405020304" pitchFamily="18" charset="0"/>
              <a:cs typeface="Arial" panose="020B0604020202020204" pitchFamily="34" charset="0"/>
            </a:rPr>
            <a:t>Standardized preprocessing ensures reproducible downstream PCA, UMAP, differential expression, and pathway analyses</a:t>
          </a:r>
          <a:r>
            <a:rPr lang="en-US" sz="800" b="1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rPr>
            <a:t>.</a:t>
          </a:r>
          <a:endParaRPr lang="en-US" sz="800" dirty="0"/>
        </a:p>
      </dgm:t>
    </dgm:pt>
    <dgm:pt modelId="{5A7A19C7-D5DC-F341-890A-EBC3FD88DB39}" type="parTrans" cxnId="{7FCB97C6-AC71-1244-913D-187F9F7153F9}">
      <dgm:prSet/>
      <dgm:spPr/>
      <dgm:t>
        <a:bodyPr/>
        <a:lstStyle/>
        <a:p>
          <a:endParaRPr lang="en-US"/>
        </a:p>
      </dgm:t>
    </dgm:pt>
    <dgm:pt modelId="{15176C3D-D51F-FD47-BF55-8405396971E2}" type="sibTrans" cxnId="{7FCB97C6-AC71-1244-913D-187F9F7153F9}">
      <dgm:prSet/>
      <dgm:spPr/>
      <dgm:t>
        <a:bodyPr/>
        <a:lstStyle/>
        <a:p>
          <a:endParaRPr lang="en-US"/>
        </a:p>
      </dgm:t>
    </dgm:pt>
    <dgm:pt modelId="{570F994E-3327-6440-90C9-F4780C4134D7}">
      <dgm:prSet/>
      <dgm:spPr/>
      <dgm:t>
        <a:bodyPr/>
        <a:lstStyle/>
        <a:p>
          <a:pPr>
            <a:buNone/>
          </a:pPr>
          <a:r>
            <a:rPr lang="en-US" sz="1300" dirty="0">
              <a:latin typeface="Helvetica" pitchFamily="2" charset="0"/>
              <a:cs typeface="Arial" panose="020B0604020202020204" pitchFamily="34" charset="0"/>
            </a:rPr>
            <a:t>Normalization</a:t>
          </a:r>
        </a:p>
      </dgm:t>
    </dgm:pt>
    <dgm:pt modelId="{6D7E5C73-BC55-1E46-95A4-3B574649E29A}" type="sibTrans" cxnId="{E2697E0A-8735-284F-ABE0-6B63BE7FC8F7}">
      <dgm:prSet/>
      <dgm:spPr/>
      <dgm:t>
        <a:bodyPr/>
        <a:lstStyle/>
        <a:p>
          <a:endParaRPr lang="en-US"/>
        </a:p>
      </dgm:t>
    </dgm:pt>
    <dgm:pt modelId="{2ED1E8D3-BE83-EF44-AB24-CB6139572914}" type="parTrans" cxnId="{E2697E0A-8735-284F-ABE0-6B63BE7FC8F7}">
      <dgm:prSet/>
      <dgm:spPr/>
      <dgm:t>
        <a:bodyPr/>
        <a:lstStyle/>
        <a:p>
          <a:endParaRPr lang="en-US"/>
        </a:p>
      </dgm:t>
    </dgm:pt>
    <dgm:pt modelId="{AC8551CB-4F35-E547-954D-E712862F7392}">
      <dgm:prSet/>
      <dgm:spPr/>
      <dgm:t>
        <a:bodyPr/>
        <a:lstStyle/>
        <a:p>
          <a:pPr>
            <a:buNone/>
          </a:pPr>
          <a:r>
            <a:rPr lang="en-US" sz="1300" dirty="0">
              <a:latin typeface="Helvetica" pitchFamily="2" charset="0"/>
              <a:cs typeface="Arial" panose="020B0604020202020204" pitchFamily="34" charset="0"/>
            </a:rPr>
            <a:t>• logCPM / log1p</a:t>
          </a:r>
        </a:p>
      </dgm:t>
    </dgm:pt>
    <dgm:pt modelId="{B67359D3-A9B5-6048-B51F-8E383E1AFC2A}" type="sibTrans" cxnId="{72AFE138-164C-A34E-8B17-AF5D38C7A236}">
      <dgm:prSet/>
      <dgm:spPr/>
      <dgm:t>
        <a:bodyPr/>
        <a:lstStyle/>
        <a:p>
          <a:endParaRPr lang="en-US"/>
        </a:p>
      </dgm:t>
    </dgm:pt>
    <dgm:pt modelId="{02B0C127-7285-B34E-8A17-A3E9BDF9CA07}" type="parTrans" cxnId="{72AFE138-164C-A34E-8B17-AF5D38C7A236}">
      <dgm:prSet/>
      <dgm:spPr/>
      <dgm:t>
        <a:bodyPr/>
        <a:lstStyle/>
        <a:p>
          <a:endParaRPr lang="en-US"/>
        </a:p>
      </dgm:t>
    </dgm:pt>
    <dgm:pt modelId="{7F6397F0-EEDC-E445-A2C9-CD5B40E5B64B}">
      <dgm:prSet/>
      <dgm:spPr/>
      <dgm:t>
        <a:bodyPr/>
        <a:lstStyle/>
        <a:p>
          <a:pPr>
            <a:buNone/>
          </a:pPr>
          <a:r>
            <a:rPr lang="en-US" sz="1300" dirty="0">
              <a:latin typeface="Helvetica" pitchFamily="2" charset="0"/>
              <a:cs typeface="Arial" panose="020B0604020202020204" pitchFamily="34" charset="0"/>
            </a:rPr>
            <a:t>• variance stabilization</a:t>
          </a:r>
        </a:p>
      </dgm:t>
    </dgm:pt>
    <dgm:pt modelId="{EC1C8207-86B7-A74C-8C0B-64AF06C74142}" type="sibTrans" cxnId="{74C14FBA-39B8-6141-BFD2-6437FE677FE5}">
      <dgm:prSet/>
      <dgm:spPr/>
      <dgm:t>
        <a:bodyPr/>
        <a:lstStyle/>
        <a:p>
          <a:endParaRPr lang="en-US"/>
        </a:p>
      </dgm:t>
    </dgm:pt>
    <dgm:pt modelId="{0AB40BB1-E7B0-854C-8CAF-75FB64DCBD78}" type="parTrans" cxnId="{74C14FBA-39B8-6141-BFD2-6437FE677FE5}">
      <dgm:prSet/>
      <dgm:spPr/>
      <dgm:t>
        <a:bodyPr/>
        <a:lstStyle/>
        <a:p>
          <a:endParaRPr lang="en-US"/>
        </a:p>
      </dgm:t>
    </dgm:pt>
    <dgm:pt modelId="{97088427-D245-0E40-A542-0C94AB2F9006}">
      <dgm:prSet/>
      <dgm:spPr/>
      <dgm:t>
        <a:bodyPr/>
        <a:lstStyle/>
        <a:p>
          <a:pPr>
            <a:buNone/>
          </a:pPr>
          <a:endParaRPr lang="en-US" sz="1300" dirty="0">
            <a:latin typeface="Helvetica" pitchFamily="2" charset="0"/>
            <a:cs typeface="Arial" panose="020B0604020202020204" pitchFamily="34" charset="0"/>
          </a:endParaRPr>
        </a:p>
        <a:p>
          <a:pPr>
            <a:buNone/>
          </a:pPr>
          <a:endParaRPr lang="en-US" sz="1300" dirty="0">
            <a:latin typeface="Helvetica" pitchFamily="2" charset="0"/>
            <a:cs typeface="Arial" panose="020B0604020202020204" pitchFamily="34" charset="0"/>
          </a:endParaRPr>
        </a:p>
      </dgm:t>
    </dgm:pt>
    <dgm:pt modelId="{61F85F90-4AF3-4346-AB83-43F4E1E7EA04}" type="sibTrans" cxnId="{0A36E6D6-90F2-474D-9EC0-DAB8775DDB97}">
      <dgm:prSet/>
      <dgm:spPr/>
      <dgm:t>
        <a:bodyPr/>
        <a:lstStyle/>
        <a:p>
          <a:endParaRPr lang="en-US"/>
        </a:p>
      </dgm:t>
    </dgm:pt>
    <dgm:pt modelId="{8370715E-7D39-354D-A93C-52CA6D985C36}" type="parTrans" cxnId="{0A36E6D6-90F2-474D-9EC0-DAB8775DDB97}">
      <dgm:prSet/>
      <dgm:spPr/>
      <dgm:t>
        <a:bodyPr/>
        <a:lstStyle/>
        <a:p>
          <a:endParaRPr lang="en-US"/>
        </a:p>
      </dgm:t>
    </dgm:pt>
    <dgm:pt modelId="{C914EA72-9978-AF4F-AE2E-1245E82A86D8}">
      <dgm:prSet phldrT="[Text]"/>
      <dgm:spPr/>
      <dgm:t>
        <a:bodyPr/>
        <a:lstStyle/>
        <a:p>
          <a:pPr>
            <a:buNone/>
          </a:pPr>
          <a:r>
            <a:rPr lang="en-US" sz="1300" b="1" dirty="0">
              <a:latin typeface="Helvetica" pitchFamily="2" charset="0"/>
              <a:cs typeface="Arial" panose="020B0604020202020204" pitchFamily="34" charset="0"/>
            </a:rPr>
            <a:t>— Gene harmonization</a:t>
          </a:r>
          <a:endParaRPr lang="en-US" sz="1300" dirty="0">
            <a:latin typeface="Helvetica" pitchFamily="2" charset="0"/>
          </a:endParaRPr>
        </a:p>
      </dgm:t>
    </dgm:pt>
    <dgm:pt modelId="{5D6E906A-4623-2740-B9FA-3F647069A032}" type="sibTrans" cxnId="{0EFC1A92-A267-8746-9151-C44AE3983F9F}">
      <dgm:prSet/>
      <dgm:spPr/>
      <dgm:t>
        <a:bodyPr/>
        <a:lstStyle/>
        <a:p>
          <a:endParaRPr lang="en-US"/>
        </a:p>
      </dgm:t>
    </dgm:pt>
    <dgm:pt modelId="{4BAA2856-1036-7743-8672-A03B3103049A}" type="parTrans" cxnId="{0EFC1A92-A267-8746-9151-C44AE3983F9F}">
      <dgm:prSet/>
      <dgm:spPr/>
      <dgm:t>
        <a:bodyPr/>
        <a:lstStyle/>
        <a:p>
          <a:endParaRPr lang="en-US"/>
        </a:p>
      </dgm:t>
    </dgm:pt>
    <dgm:pt modelId="{F2604A2A-71B4-0F4F-99F0-C4A063E6891D}">
      <dgm:prSet/>
      <dgm:spPr/>
      <dgm:t>
        <a:bodyPr/>
        <a:lstStyle/>
        <a:p>
          <a:pPr>
            <a:buNone/>
          </a:pPr>
          <a:r>
            <a:rPr lang="en-US" sz="1300" dirty="0">
              <a:latin typeface="Helvetica" pitchFamily="2" charset="0"/>
              <a:cs typeface="Arial" panose="020B0604020202020204" pitchFamily="34" charset="0"/>
            </a:rPr>
            <a:t>Gene ID harmonization</a:t>
          </a:r>
        </a:p>
      </dgm:t>
    </dgm:pt>
    <dgm:pt modelId="{0D95FEBC-8EAD-E54F-B13D-15A5F9786BA7}" type="sibTrans" cxnId="{A0B41DE9-A1B2-2F43-8D96-1D9FA5CE427F}">
      <dgm:prSet/>
      <dgm:spPr/>
      <dgm:t>
        <a:bodyPr/>
        <a:lstStyle/>
        <a:p>
          <a:endParaRPr lang="en-US"/>
        </a:p>
      </dgm:t>
    </dgm:pt>
    <dgm:pt modelId="{578657FD-476B-764F-8757-81D53351B002}" type="parTrans" cxnId="{A0B41DE9-A1B2-2F43-8D96-1D9FA5CE427F}">
      <dgm:prSet/>
      <dgm:spPr/>
      <dgm:t>
        <a:bodyPr/>
        <a:lstStyle/>
        <a:p>
          <a:endParaRPr lang="en-US"/>
        </a:p>
      </dgm:t>
    </dgm:pt>
    <dgm:pt modelId="{25ECF3E1-166C-404B-8DB6-A890C74566D9}">
      <dgm:prSet/>
      <dgm:spPr/>
      <dgm:t>
        <a:bodyPr/>
        <a:lstStyle/>
        <a:p>
          <a:pPr>
            <a:buNone/>
          </a:pPr>
          <a:r>
            <a:rPr lang="en-US" sz="1300" dirty="0">
              <a:latin typeface="Helvetica" pitchFamily="2" charset="0"/>
              <a:cs typeface="Arial" panose="020B0604020202020204" pitchFamily="34" charset="0"/>
            </a:rPr>
            <a:t>• ENSEMBL → HGNC</a:t>
          </a:r>
        </a:p>
      </dgm:t>
    </dgm:pt>
    <dgm:pt modelId="{5217F1D2-0842-1744-BBC1-6E3118A48903}" type="sibTrans" cxnId="{B94262F7-7FEA-0242-A3C9-49A7FFC4B534}">
      <dgm:prSet/>
      <dgm:spPr/>
      <dgm:t>
        <a:bodyPr/>
        <a:lstStyle/>
        <a:p>
          <a:endParaRPr lang="en-US"/>
        </a:p>
      </dgm:t>
    </dgm:pt>
    <dgm:pt modelId="{B559BCB1-AA68-0B44-A1A5-38F006467F60}" type="parTrans" cxnId="{B94262F7-7FEA-0242-A3C9-49A7FFC4B534}">
      <dgm:prSet/>
      <dgm:spPr/>
      <dgm:t>
        <a:bodyPr/>
        <a:lstStyle/>
        <a:p>
          <a:endParaRPr lang="en-US"/>
        </a:p>
      </dgm:t>
    </dgm:pt>
    <dgm:pt modelId="{7DC1D3CC-9D60-9F4F-A448-E5955B5F8767}">
      <dgm:prSet/>
      <dgm:spPr/>
      <dgm:t>
        <a:bodyPr/>
        <a:lstStyle/>
        <a:p>
          <a:pPr>
            <a:buNone/>
          </a:pPr>
          <a:r>
            <a:rPr lang="en-US" sz="1300" dirty="0">
              <a:latin typeface="Helvetica" pitchFamily="2" charset="0"/>
              <a:cs typeface="Arial" panose="020B0604020202020204" pitchFamily="34" charset="0"/>
            </a:rPr>
            <a:t>• drop unmapped genes</a:t>
          </a:r>
        </a:p>
      </dgm:t>
    </dgm:pt>
    <dgm:pt modelId="{299F6AFC-83D4-914E-B63B-5943E42ECB8E}" type="sibTrans" cxnId="{FE227421-E128-B342-AC56-92184231FDC0}">
      <dgm:prSet/>
      <dgm:spPr/>
      <dgm:t>
        <a:bodyPr/>
        <a:lstStyle/>
        <a:p>
          <a:endParaRPr lang="en-US"/>
        </a:p>
      </dgm:t>
    </dgm:pt>
    <dgm:pt modelId="{08BD4F35-B684-6F4E-8119-1B2793BEB030}" type="parTrans" cxnId="{FE227421-E128-B342-AC56-92184231FDC0}">
      <dgm:prSet/>
      <dgm:spPr/>
      <dgm:t>
        <a:bodyPr/>
        <a:lstStyle/>
        <a:p>
          <a:endParaRPr lang="en-US"/>
        </a:p>
      </dgm:t>
    </dgm:pt>
    <dgm:pt modelId="{435FC7BB-19F8-1B45-884B-AC6E2E04079E}">
      <dgm:prSet/>
      <dgm:spPr/>
      <dgm:t>
        <a:bodyPr/>
        <a:lstStyle/>
        <a:p>
          <a:pPr>
            <a:buNone/>
          </a:pPr>
          <a:endParaRPr lang="en-US" sz="1300" dirty="0">
            <a:latin typeface="Helvetica" pitchFamily="2" charset="0"/>
            <a:cs typeface="Arial" panose="020B0604020202020204" pitchFamily="34" charset="0"/>
          </a:endParaRPr>
        </a:p>
        <a:p>
          <a:pPr>
            <a:buNone/>
          </a:pPr>
          <a:endParaRPr lang="en-US" sz="1300" dirty="0">
            <a:latin typeface="Helvetica" pitchFamily="2" charset="0"/>
            <a:cs typeface="Arial" panose="020B0604020202020204" pitchFamily="34" charset="0"/>
          </a:endParaRPr>
        </a:p>
      </dgm:t>
    </dgm:pt>
    <dgm:pt modelId="{CB365FFE-DC96-6240-8B2E-431CC57EF9F8}" type="sibTrans" cxnId="{D2FFC942-7B68-794E-95BA-3326419F738D}">
      <dgm:prSet/>
      <dgm:spPr/>
      <dgm:t>
        <a:bodyPr/>
        <a:lstStyle/>
        <a:p>
          <a:endParaRPr lang="en-US"/>
        </a:p>
      </dgm:t>
    </dgm:pt>
    <dgm:pt modelId="{E1B71029-B44B-B04D-8C73-03EAD883898C}" type="parTrans" cxnId="{D2FFC942-7B68-794E-95BA-3326419F738D}">
      <dgm:prSet/>
      <dgm:spPr/>
      <dgm:t>
        <a:bodyPr/>
        <a:lstStyle/>
        <a:p>
          <a:endParaRPr lang="en-US"/>
        </a:p>
      </dgm:t>
    </dgm:pt>
    <dgm:pt modelId="{B881B72D-AE43-DC42-96BB-34470EFAC603}">
      <dgm:prSet/>
      <dgm:spPr/>
      <dgm:t>
        <a:bodyPr/>
        <a:lstStyle/>
        <a:p>
          <a:pPr>
            <a:buNone/>
          </a:pPr>
          <a:r>
            <a:rPr lang="en-US" sz="1300" b="1" dirty="0">
              <a:latin typeface="Helvetica" pitchFamily="2" charset="0"/>
              <a:cs typeface="Arial" panose="020B0604020202020204" pitchFamily="34" charset="0"/>
            </a:rPr>
            <a:t> — Symbol collapsing</a:t>
          </a:r>
          <a:endParaRPr lang="en-US" sz="1300" dirty="0">
            <a:latin typeface="Helvetica" pitchFamily="2" charset="0"/>
            <a:cs typeface="Arial" panose="020B0604020202020204" pitchFamily="34" charset="0"/>
          </a:endParaRPr>
        </a:p>
      </dgm:t>
    </dgm:pt>
    <dgm:pt modelId="{AE5A1D16-B064-0D40-AEA3-80E283C6DE24}" type="sibTrans" cxnId="{E60A21B7-B01A-EF48-A7A2-E13D05144F5C}">
      <dgm:prSet/>
      <dgm:spPr/>
      <dgm:t>
        <a:bodyPr/>
        <a:lstStyle/>
        <a:p>
          <a:endParaRPr lang="en-US"/>
        </a:p>
      </dgm:t>
    </dgm:pt>
    <dgm:pt modelId="{307E2113-543D-2D46-9647-5809187111B3}" type="parTrans" cxnId="{E60A21B7-B01A-EF48-A7A2-E13D05144F5C}">
      <dgm:prSet/>
      <dgm:spPr/>
      <dgm:t>
        <a:bodyPr/>
        <a:lstStyle/>
        <a:p>
          <a:endParaRPr lang="en-US"/>
        </a:p>
      </dgm:t>
    </dgm:pt>
    <dgm:pt modelId="{C0E0497A-8F45-844B-A645-43E36D4F1876}">
      <dgm:prSet/>
      <dgm:spPr/>
      <dgm:t>
        <a:bodyPr/>
        <a:lstStyle/>
        <a:p>
          <a:pPr>
            <a:buNone/>
          </a:pPr>
          <a:r>
            <a:rPr lang="en-US" sz="1300" dirty="0">
              <a:latin typeface="Helvetica" pitchFamily="2" charset="0"/>
              <a:cs typeface="Arial" panose="020B0604020202020204" pitchFamily="34" charset="0"/>
            </a:rPr>
            <a:t>Duplicate symbol handling</a:t>
          </a:r>
        </a:p>
      </dgm:t>
    </dgm:pt>
    <dgm:pt modelId="{9B2BB253-1272-CB45-B130-46E02126D57A}" type="sibTrans" cxnId="{8A25B035-2E8D-FB4D-9890-C18C98C09174}">
      <dgm:prSet/>
      <dgm:spPr/>
      <dgm:t>
        <a:bodyPr/>
        <a:lstStyle/>
        <a:p>
          <a:endParaRPr lang="en-US"/>
        </a:p>
      </dgm:t>
    </dgm:pt>
    <dgm:pt modelId="{6061A725-70DE-1E47-BB55-384B4AA499DE}" type="parTrans" cxnId="{8A25B035-2E8D-FB4D-9890-C18C98C09174}">
      <dgm:prSet/>
      <dgm:spPr/>
      <dgm:t>
        <a:bodyPr/>
        <a:lstStyle/>
        <a:p>
          <a:endParaRPr lang="en-US"/>
        </a:p>
      </dgm:t>
    </dgm:pt>
    <dgm:pt modelId="{7BF9AB74-D3D4-4D47-8B14-EDF4FCEBA984}">
      <dgm:prSet/>
      <dgm:spPr/>
      <dgm:t>
        <a:bodyPr/>
        <a:lstStyle/>
        <a:p>
          <a:pPr>
            <a:buNone/>
          </a:pPr>
          <a:r>
            <a:rPr lang="en-US" sz="1300" dirty="0">
              <a:latin typeface="Helvetica" pitchFamily="2" charset="0"/>
              <a:cs typeface="Arial" panose="020B0604020202020204" pitchFamily="34" charset="0"/>
            </a:rPr>
            <a:t>• collapse ENSG → symbol</a:t>
          </a:r>
        </a:p>
      </dgm:t>
    </dgm:pt>
    <dgm:pt modelId="{EC03EE6E-D05C-3C48-A81F-A4836E658727}" type="sibTrans" cxnId="{571C4424-6315-4843-9B13-C191E20D5663}">
      <dgm:prSet/>
      <dgm:spPr/>
      <dgm:t>
        <a:bodyPr/>
        <a:lstStyle/>
        <a:p>
          <a:endParaRPr lang="en-US"/>
        </a:p>
      </dgm:t>
    </dgm:pt>
    <dgm:pt modelId="{58A04586-1921-6D4B-A7F9-86D6687B5618}" type="parTrans" cxnId="{571C4424-6315-4843-9B13-C191E20D5663}">
      <dgm:prSet/>
      <dgm:spPr/>
      <dgm:t>
        <a:bodyPr/>
        <a:lstStyle/>
        <a:p>
          <a:endParaRPr lang="en-US"/>
        </a:p>
      </dgm:t>
    </dgm:pt>
    <dgm:pt modelId="{46968CEA-4A7A-CB44-8C41-8E1F313E226A}">
      <dgm:prSet/>
      <dgm:spPr/>
      <dgm:t>
        <a:bodyPr/>
        <a:lstStyle/>
        <a:p>
          <a:pPr>
            <a:buNone/>
          </a:pPr>
          <a:r>
            <a:rPr lang="en-US" sz="1300" dirty="0">
              <a:latin typeface="Helvetica" pitchFamily="2" charset="0"/>
              <a:cs typeface="Arial" panose="020B0604020202020204" pitchFamily="34" charset="0"/>
            </a:rPr>
            <a:t>• mean expression per gene</a:t>
          </a:r>
        </a:p>
      </dgm:t>
    </dgm:pt>
    <dgm:pt modelId="{CC0C9A13-54CE-E644-AB2C-89C72D4D13EA}" type="sibTrans" cxnId="{10D31281-AE60-F846-A456-78C0097AE46E}">
      <dgm:prSet/>
      <dgm:spPr/>
      <dgm:t>
        <a:bodyPr/>
        <a:lstStyle/>
        <a:p>
          <a:endParaRPr lang="en-US"/>
        </a:p>
      </dgm:t>
    </dgm:pt>
    <dgm:pt modelId="{CB01F91B-AE03-8945-A964-12B16488A144}" type="parTrans" cxnId="{10D31281-AE60-F846-A456-78C0097AE46E}">
      <dgm:prSet/>
      <dgm:spPr/>
      <dgm:t>
        <a:bodyPr/>
        <a:lstStyle/>
        <a:p>
          <a:endParaRPr lang="en-US"/>
        </a:p>
      </dgm:t>
    </dgm:pt>
    <dgm:pt modelId="{917806D1-FBCA-614C-87FA-3DCE576C475E}" type="pres">
      <dgm:prSet presAssocID="{EBFA4795-A13E-894E-AB5F-25D27A142E65}" presName="Name0" presStyleCnt="0">
        <dgm:presLayoutVars>
          <dgm:dir/>
          <dgm:animLvl val="lvl"/>
          <dgm:resizeHandles val="exact"/>
        </dgm:presLayoutVars>
      </dgm:prSet>
      <dgm:spPr/>
    </dgm:pt>
    <dgm:pt modelId="{27F34695-1D28-9C47-B181-3AB2E482BB14}" type="pres">
      <dgm:prSet presAssocID="{33733725-826D-A345-81AC-5DBA423902CA}" presName="compositeNode" presStyleCnt="0">
        <dgm:presLayoutVars>
          <dgm:bulletEnabled val="1"/>
        </dgm:presLayoutVars>
      </dgm:prSet>
      <dgm:spPr/>
    </dgm:pt>
    <dgm:pt modelId="{CF6233BD-3BD8-E848-A592-4EF19AA46927}" type="pres">
      <dgm:prSet presAssocID="{33733725-826D-A345-81AC-5DBA423902CA}" presName="bgRect" presStyleLbl="node1" presStyleIdx="0" presStyleCnt="3" custScaleY="143928"/>
      <dgm:spPr/>
    </dgm:pt>
    <dgm:pt modelId="{CD762A46-D20E-0149-9565-6A607E690263}" type="pres">
      <dgm:prSet presAssocID="{33733725-826D-A345-81AC-5DBA423902CA}" presName="parentNode" presStyleLbl="node1" presStyleIdx="0" presStyleCnt="3">
        <dgm:presLayoutVars>
          <dgm:chMax val="0"/>
          <dgm:bulletEnabled val="1"/>
        </dgm:presLayoutVars>
      </dgm:prSet>
      <dgm:spPr/>
    </dgm:pt>
    <dgm:pt modelId="{193C9333-65A5-5440-A926-B35EDAB25D11}" type="pres">
      <dgm:prSet presAssocID="{33733725-826D-A345-81AC-5DBA423902CA}" presName="childNode" presStyleLbl="node1" presStyleIdx="0" presStyleCnt="3">
        <dgm:presLayoutVars>
          <dgm:bulletEnabled val="1"/>
        </dgm:presLayoutVars>
      </dgm:prSet>
      <dgm:spPr>
        <a:prstGeom prst="rect">
          <a:avLst/>
        </a:prstGeom>
      </dgm:spPr>
    </dgm:pt>
    <dgm:pt modelId="{6E87FF28-639F-114F-BE09-F9C0959807AA}" type="pres">
      <dgm:prSet presAssocID="{28BB9F7D-0B7F-EA4E-9499-71F6F016F817}" presName="hSp" presStyleCnt="0"/>
      <dgm:spPr/>
    </dgm:pt>
    <dgm:pt modelId="{EE8BBB86-047A-894F-BB42-C702C30BF121}" type="pres">
      <dgm:prSet presAssocID="{28BB9F7D-0B7F-EA4E-9499-71F6F016F817}" presName="vProcSp" presStyleCnt="0"/>
      <dgm:spPr/>
    </dgm:pt>
    <dgm:pt modelId="{B7475534-DEDC-3E43-AEA0-CF601A182238}" type="pres">
      <dgm:prSet presAssocID="{28BB9F7D-0B7F-EA4E-9499-71F6F016F817}" presName="vSp1" presStyleCnt="0"/>
      <dgm:spPr/>
    </dgm:pt>
    <dgm:pt modelId="{5B1B0883-15FE-6D46-A804-6206DE5C42FB}" type="pres">
      <dgm:prSet presAssocID="{28BB9F7D-0B7F-EA4E-9499-71F6F016F817}" presName="simulatedConn" presStyleLbl="solidFgAcc1" presStyleIdx="0" presStyleCnt="2"/>
      <dgm:spPr/>
    </dgm:pt>
    <dgm:pt modelId="{7D70C474-FEA0-F84F-BAF5-325CC5C83EB6}" type="pres">
      <dgm:prSet presAssocID="{28BB9F7D-0B7F-EA4E-9499-71F6F016F817}" presName="vSp2" presStyleCnt="0"/>
      <dgm:spPr/>
    </dgm:pt>
    <dgm:pt modelId="{1D82160C-BD00-084E-8E50-960E5A6FBAA9}" type="pres">
      <dgm:prSet presAssocID="{28BB9F7D-0B7F-EA4E-9499-71F6F016F817}" presName="sibTrans" presStyleCnt="0"/>
      <dgm:spPr/>
    </dgm:pt>
    <dgm:pt modelId="{EBA58563-62E1-D748-AC57-9ED8D492BC78}" type="pres">
      <dgm:prSet presAssocID="{1C8DBCF5-B073-B84B-B40D-0CB31D47E7AF}" presName="compositeNode" presStyleCnt="0">
        <dgm:presLayoutVars>
          <dgm:bulletEnabled val="1"/>
        </dgm:presLayoutVars>
      </dgm:prSet>
      <dgm:spPr/>
    </dgm:pt>
    <dgm:pt modelId="{6886D103-4087-0F46-A56B-E1CA30A78521}" type="pres">
      <dgm:prSet presAssocID="{1C8DBCF5-B073-B84B-B40D-0CB31D47E7AF}" presName="bgRect" presStyleLbl="node1" presStyleIdx="1" presStyleCnt="3" custScaleY="143928"/>
      <dgm:spPr/>
    </dgm:pt>
    <dgm:pt modelId="{94B64A8F-EEBB-C644-BBC3-D2147B869481}" type="pres">
      <dgm:prSet presAssocID="{1C8DBCF5-B073-B84B-B40D-0CB31D47E7AF}" presName="parentNode" presStyleLbl="node1" presStyleIdx="1" presStyleCnt="3">
        <dgm:presLayoutVars>
          <dgm:chMax val="0"/>
          <dgm:bulletEnabled val="1"/>
        </dgm:presLayoutVars>
      </dgm:prSet>
      <dgm:spPr/>
    </dgm:pt>
    <dgm:pt modelId="{2648735A-9AF9-E448-8584-66E464C922F0}" type="pres">
      <dgm:prSet presAssocID="{1C8DBCF5-B073-B84B-B40D-0CB31D47E7AF}" presName="childNode" presStyleLbl="node1" presStyleIdx="1" presStyleCnt="3">
        <dgm:presLayoutVars>
          <dgm:bulletEnabled val="1"/>
        </dgm:presLayoutVars>
      </dgm:prSet>
      <dgm:spPr>
        <a:prstGeom prst="rect">
          <a:avLst/>
        </a:prstGeom>
      </dgm:spPr>
    </dgm:pt>
    <dgm:pt modelId="{6D191FFA-A8F6-FC45-A937-52D343EED439}" type="pres">
      <dgm:prSet presAssocID="{B9A688A6-45A8-5343-BDA5-AEEE2A1D7123}" presName="hSp" presStyleCnt="0"/>
      <dgm:spPr/>
    </dgm:pt>
    <dgm:pt modelId="{FCCB57DE-7380-F949-B717-25BD8F57EA51}" type="pres">
      <dgm:prSet presAssocID="{B9A688A6-45A8-5343-BDA5-AEEE2A1D7123}" presName="vProcSp" presStyleCnt="0"/>
      <dgm:spPr/>
    </dgm:pt>
    <dgm:pt modelId="{266EE4A8-FCDE-314A-9C02-0F8431F7CB0A}" type="pres">
      <dgm:prSet presAssocID="{B9A688A6-45A8-5343-BDA5-AEEE2A1D7123}" presName="vSp1" presStyleCnt="0"/>
      <dgm:spPr/>
    </dgm:pt>
    <dgm:pt modelId="{629B5385-7892-A448-8B50-F715C915381D}" type="pres">
      <dgm:prSet presAssocID="{B9A688A6-45A8-5343-BDA5-AEEE2A1D7123}" presName="simulatedConn" presStyleLbl="solidFgAcc1" presStyleIdx="1" presStyleCnt="2"/>
      <dgm:spPr/>
    </dgm:pt>
    <dgm:pt modelId="{DDD1F063-FA7E-134D-935F-72398EE1A498}" type="pres">
      <dgm:prSet presAssocID="{B9A688A6-45A8-5343-BDA5-AEEE2A1D7123}" presName="vSp2" presStyleCnt="0"/>
      <dgm:spPr/>
    </dgm:pt>
    <dgm:pt modelId="{177B7A3D-8274-824E-A9AE-7AB68446CC83}" type="pres">
      <dgm:prSet presAssocID="{B9A688A6-45A8-5343-BDA5-AEEE2A1D7123}" presName="sibTrans" presStyleCnt="0"/>
      <dgm:spPr/>
    </dgm:pt>
    <dgm:pt modelId="{36669E10-444C-A44B-95DA-CEEF62C6A251}" type="pres">
      <dgm:prSet presAssocID="{37AB3659-77E6-424C-838D-DB38776244C5}" presName="compositeNode" presStyleCnt="0">
        <dgm:presLayoutVars>
          <dgm:bulletEnabled val="1"/>
        </dgm:presLayoutVars>
      </dgm:prSet>
      <dgm:spPr/>
    </dgm:pt>
    <dgm:pt modelId="{B20B99A9-622E-1D43-913A-174DAA5BDD94}" type="pres">
      <dgm:prSet presAssocID="{37AB3659-77E6-424C-838D-DB38776244C5}" presName="bgRect" presStyleLbl="node1" presStyleIdx="2" presStyleCnt="3" custScaleY="97871" custLinFactNeighborX="-341" custLinFactNeighborY="15746"/>
      <dgm:spPr>
        <a:prstGeom prst="rect">
          <a:avLst/>
        </a:prstGeom>
      </dgm:spPr>
    </dgm:pt>
    <dgm:pt modelId="{6D8D1022-A76C-354D-B6D8-DC68AA97699A}" type="pres">
      <dgm:prSet presAssocID="{37AB3659-77E6-424C-838D-DB38776244C5}" presName="parentNode" presStyleLbl="node1" presStyleIdx="2" presStyleCnt="3">
        <dgm:presLayoutVars>
          <dgm:chMax val="0"/>
          <dgm:bulletEnabled val="1"/>
        </dgm:presLayoutVars>
      </dgm:prSet>
      <dgm:spPr/>
    </dgm:pt>
    <dgm:pt modelId="{0D018E86-6618-3744-A952-9F229F11EE09}" type="pres">
      <dgm:prSet presAssocID="{37AB3659-77E6-424C-838D-DB38776244C5}" presName="childNode" presStyleLbl="node1" presStyleIdx="2" presStyleCnt="3">
        <dgm:presLayoutVars>
          <dgm:bulletEnabled val="1"/>
        </dgm:presLayoutVars>
      </dgm:prSet>
      <dgm:spPr/>
    </dgm:pt>
  </dgm:ptLst>
  <dgm:cxnLst>
    <dgm:cxn modelId="{147FE105-32E6-214F-BA08-9AB0C627BDA1}" type="presOf" srcId="{952EC4CC-9A2C-C04D-931D-49EEF60EBBA9}" destId="{0D018E86-6618-3744-A952-9F229F11EE09}" srcOrd="0" destOrd="1" presId="urn:microsoft.com/office/officeart/2005/8/layout/hProcess7"/>
    <dgm:cxn modelId="{E2697E0A-8735-284F-ABE0-6B63BE7FC8F7}" srcId="{1C8DBCF5-B073-B84B-B40D-0CB31D47E7AF}" destId="{570F994E-3327-6440-90C9-F4780C4134D7}" srcOrd="1" destOrd="0" parTransId="{2ED1E8D3-BE83-EF44-AB24-CB6139572914}" sibTransId="{6D7E5C73-BC55-1E46-95A4-3B574649E29A}"/>
    <dgm:cxn modelId="{0C7DE010-B8BE-AA47-825C-7CCCFA4D7A04}" type="presOf" srcId="{46968CEA-4A7A-CB44-8C41-8E1F313E226A}" destId="{2648735A-9AF9-E448-8584-66E464C922F0}" srcOrd="0" destOrd="13" presId="urn:microsoft.com/office/officeart/2005/8/layout/hProcess7"/>
    <dgm:cxn modelId="{7EB61E12-2B8D-2D4D-A619-E00F9BE61583}" type="presOf" srcId="{A28A28CA-0A67-F940-9677-8CF8B2E70214}" destId="{193C9333-65A5-5440-A926-B35EDAB25D11}" srcOrd="0" destOrd="0" presId="urn:microsoft.com/office/officeart/2005/8/layout/hProcess7"/>
    <dgm:cxn modelId="{62E03012-3A5B-2D44-94BA-8788D3C553E3}" srcId="{EBFA4795-A13E-894E-AB5F-25D27A142E65}" destId="{33733725-826D-A345-81AC-5DBA423902CA}" srcOrd="0" destOrd="0" parTransId="{C708E373-C059-584F-815D-C5FB1BE87E86}" sibTransId="{28BB9F7D-0B7F-EA4E-9499-71F6F016F817}"/>
    <dgm:cxn modelId="{658B4016-F9B5-144D-8851-84593A4F6430}" type="presOf" srcId="{1C8DBCF5-B073-B84B-B40D-0CB31D47E7AF}" destId="{94B64A8F-EEBB-C644-BBC3-D2147B869481}" srcOrd="1" destOrd="0" presId="urn:microsoft.com/office/officeart/2005/8/layout/hProcess7"/>
    <dgm:cxn modelId="{19A4E116-56C5-A64E-AF40-41F205DC1FF1}" srcId="{33733725-826D-A345-81AC-5DBA423902CA}" destId="{63821F41-8BC4-9743-9224-60A5627E43EE}" srcOrd="16" destOrd="0" parTransId="{DDBF4DC3-907B-514A-B5BE-FCAFD5925C27}" sibTransId="{1C488C77-30A9-C041-9FBB-9D253744720B}"/>
    <dgm:cxn modelId="{B28CE919-9EED-5A41-9819-880B1FE30D3A}" srcId="{37AB3659-77E6-424C-838D-DB38776244C5}" destId="{BD58AB7B-3C0C-8A48-BB4D-A243091DF5CF}" srcOrd="2" destOrd="0" parTransId="{F9C6BC88-B99A-FD49-89D2-31CD41243813}" sibTransId="{61FBD962-CEC8-1949-8ACC-32881284E2AB}"/>
    <dgm:cxn modelId="{B6DF7B1B-1089-0544-8C2C-EA2B0DA82EF6}" type="presOf" srcId="{1BB4BFEB-C576-F940-ABDC-F26DA54F4ACC}" destId="{193C9333-65A5-5440-A926-B35EDAB25D11}" srcOrd="0" destOrd="1" presId="urn:microsoft.com/office/officeart/2005/8/layout/hProcess7"/>
    <dgm:cxn modelId="{BA6B811D-D2A6-2A41-8039-C70DE461793A}" type="presOf" srcId="{9527F4D3-C651-1B4A-9911-8A81B1CD3187}" destId="{193C9333-65A5-5440-A926-B35EDAB25D11}" srcOrd="0" destOrd="4" presId="urn:microsoft.com/office/officeart/2005/8/layout/hProcess7"/>
    <dgm:cxn modelId="{FE227421-E128-B342-AC56-92184231FDC0}" srcId="{1C8DBCF5-B073-B84B-B40D-0CB31D47E7AF}" destId="{7DC1D3CC-9D60-9F4F-A448-E5955B5F8767}" srcOrd="8" destOrd="0" parTransId="{08BD4F35-B684-6F4E-8119-1B2793BEB030}" sibTransId="{299F6AFC-83D4-914E-B63B-5943E42ECB8E}"/>
    <dgm:cxn modelId="{6046C422-A82B-0242-BD68-AD2A2963CF28}" type="presOf" srcId="{435FC7BB-19F8-1B45-884B-AC6E2E04079E}" destId="{2648735A-9AF9-E448-8584-66E464C922F0}" srcOrd="0" destOrd="9" presId="urn:microsoft.com/office/officeart/2005/8/layout/hProcess7"/>
    <dgm:cxn modelId="{7FCBF422-1FF3-D548-BDA6-79C04D227CAD}" type="presOf" srcId="{7F6397F0-EEDC-E445-A2C9-CD5B40E5B64B}" destId="{2648735A-9AF9-E448-8584-66E464C922F0}" srcOrd="0" destOrd="3" presId="urn:microsoft.com/office/officeart/2005/8/layout/hProcess7"/>
    <dgm:cxn modelId="{3E7B0A23-477B-224E-B175-628809480741}" srcId="{EBFA4795-A13E-894E-AB5F-25D27A142E65}" destId="{1C8DBCF5-B073-B84B-B40D-0CB31D47E7AF}" srcOrd="1" destOrd="0" parTransId="{3BF41CCB-70A6-5B46-B1FC-2A66CE42B72B}" sibTransId="{B9A688A6-45A8-5343-BDA5-AEEE2A1D7123}"/>
    <dgm:cxn modelId="{EEA22823-EE36-344B-A46A-61509D01EED5}" srcId="{37AB3659-77E6-424C-838D-DB38776244C5}" destId="{D76815AC-52B5-5B4B-9406-9283E3D6A1CB}" srcOrd="5" destOrd="0" parTransId="{7C89B74D-5E41-F04D-B156-911A0B38033A}" sibTransId="{CF2623E1-792F-954D-9652-F6F081165E9B}"/>
    <dgm:cxn modelId="{571C4424-6315-4843-9B13-C191E20D5663}" srcId="{1C8DBCF5-B073-B84B-B40D-0CB31D47E7AF}" destId="{7BF9AB74-D3D4-4D47-8B14-EDF4FCEBA984}" srcOrd="12" destOrd="0" parTransId="{58A04586-1921-6D4B-A7F9-86D6687B5618}" sibTransId="{EC03EE6E-D05C-3C48-A81F-A4836E658727}"/>
    <dgm:cxn modelId="{1937BD26-AD8E-074A-AD86-40EF5A95EDB9}" srcId="{33733725-826D-A345-81AC-5DBA423902CA}" destId="{26898354-2DA7-5741-A6F4-0E2237F87BCA}" srcOrd="17" destOrd="0" parTransId="{9C00C91C-F5EA-334D-9947-FC2F0CF31FF4}" sibTransId="{C98D7480-A6A4-8746-9782-EEEDCBD942AB}"/>
    <dgm:cxn modelId="{436CE32C-851E-194F-BED8-B6499B373256}" type="presOf" srcId="{97088427-D245-0E40-A542-0C94AB2F9006}" destId="{2648735A-9AF9-E448-8584-66E464C922F0}" srcOrd="0" destOrd="4" presId="urn:microsoft.com/office/officeart/2005/8/layout/hProcess7"/>
    <dgm:cxn modelId="{2E576A2D-307A-3B42-9B9D-35BD02009214}" type="presOf" srcId="{7BF9AB74-D3D4-4D47-8B14-EDF4FCEBA984}" destId="{2648735A-9AF9-E448-8584-66E464C922F0}" srcOrd="0" destOrd="12" presId="urn:microsoft.com/office/officeart/2005/8/layout/hProcess7"/>
    <dgm:cxn modelId="{47EAD430-3660-A749-A9E4-0C3A3985702A}" type="presOf" srcId="{25ECF3E1-166C-404B-8DB6-A890C74566D9}" destId="{2648735A-9AF9-E448-8584-66E464C922F0}" srcOrd="0" destOrd="7" presId="urn:microsoft.com/office/officeart/2005/8/layout/hProcess7"/>
    <dgm:cxn modelId="{DA953E32-46A0-EC47-B3DC-74277C506D90}" type="presOf" srcId="{1A0CE5F3-13A1-0E41-81BD-ABF1CBF91A9E}" destId="{193C9333-65A5-5440-A926-B35EDAB25D11}" srcOrd="0" destOrd="7" presId="urn:microsoft.com/office/officeart/2005/8/layout/hProcess7"/>
    <dgm:cxn modelId="{8A25B035-2E8D-FB4D-9890-C18C98C09174}" srcId="{1C8DBCF5-B073-B84B-B40D-0CB31D47E7AF}" destId="{C0E0497A-8F45-844B-A645-43E36D4F1876}" srcOrd="11" destOrd="0" parTransId="{6061A725-70DE-1E47-BB55-384B4AA499DE}" sibTransId="{9B2BB253-1272-CB45-B130-46E02126D57A}"/>
    <dgm:cxn modelId="{72AFE138-164C-A34E-8B17-AF5D38C7A236}" srcId="{1C8DBCF5-B073-B84B-B40D-0CB31D47E7AF}" destId="{AC8551CB-4F35-E547-954D-E712862F7392}" srcOrd="2" destOrd="0" parTransId="{02B0C127-7285-B34E-8A17-A3E9BDF9CA07}" sibTransId="{B67359D3-A9B5-6048-B51F-8E383E1AFC2A}"/>
    <dgm:cxn modelId="{EFF23E3B-0312-E149-BC0D-418A702B1F00}" type="presOf" srcId="{33733725-826D-A345-81AC-5DBA423902CA}" destId="{CF6233BD-3BD8-E848-A592-4EF19AA46927}" srcOrd="0" destOrd="0" presId="urn:microsoft.com/office/officeart/2005/8/layout/hProcess7"/>
    <dgm:cxn modelId="{DBD9E23C-278F-1646-AD88-7D558D988566}" type="presOf" srcId="{33733725-826D-A345-81AC-5DBA423902CA}" destId="{CD762A46-D20E-0149-9565-6A607E690263}" srcOrd="1" destOrd="0" presId="urn:microsoft.com/office/officeart/2005/8/layout/hProcess7"/>
    <dgm:cxn modelId="{CBCDBC3F-F45F-904D-8BBF-414205E26201}" type="presOf" srcId="{570F994E-3327-6440-90C9-F4780C4134D7}" destId="{2648735A-9AF9-E448-8584-66E464C922F0}" srcOrd="0" destOrd="1" presId="urn:microsoft.com/office/officeart/2005/8/layout/hProcess7"/>
    <dgm:cxn modelId="{D2FFC942-7B68-794E-95BA-3326419F738D}" srcId="{1C8DBCF5-B073-B84B-B40D-0CB31D47E7AF}" destId="{435FC7BB-19F8-1B45-884B-AC6E2E04079E}" srcOrd="9" destOrd="0" parTransId="{E1B71029-B44B-B04D-8C73-03EAD883898C}" sibTransId="{CB365FFE-DC96-6240-8B2E-431CC57EF9F8}"/>
    <dgm:cxn modelId="{F2BFD045-4AE8-BE45-B7CF-434AEAFAE77F}" srcId="{33733725-826D-A345-81AC-5DBA423902CA}" destId="{1BB4BFEB-C576-F940-ABDC-F26DA54F4ACC}" srcOrd="1" destOrd="0" parTransId="{B4659A55-D813-384C-A90F-729316F3AE7B}" sibTransId="{5AC3CC53-6E0F-DA4F-98EE-5E9F80A8298E}"/>
    <dgm:cxn modelId="{7B9ED146-5929-514E-93E3-DCAB402A802D}" type="presOf" srcId="{14AAFE0F-B8EE-5145-95A3-8CEC95460A4B}" destId="{193C9333-65A5-5440-A926-B35EDAB25D11}" srcOrd="0" destOrd="13" presId="urn:microsoft.com/office/officeart/2005/8/layout/hProcess7"/>
    <dgm:cxn modelId="{1CFF3047-D338-9B4D-8396-7020501AC768}" type="presOf" srcId="{1C8DBCF5-B073-B84B-B40D-0CB31D47E7AF}" destId="{6886D103-4087-0F46-A56B-E1CA30A78521}" srcOrd="0" destOrd="0" presId="urn:microsoft.com/office/officeart/2005/8/layout/hProcess7"/>
    <dgm:cxn modelId="{6919F44C-2A02-E44C-A1AA-EF52CFB8E259}" srcId="{33733725-826D-A345-81AC-5DBA423902CA}" destId="{7E4DFF38-1B0A-DE48-886C-D19A390ADB70}" srcOrd="3" destOrd="0" parTransId="{F8B74ED3-82C4-114F-8F56-4CE5CE4239BE}" sibTransId="{2C8EA789-881D-6A41-B8A6-228819223409}"/>
    <dgm:cxn modelId="{A2E98A4D-042D-8B47-8DDB-B41B56EA6CD9}" srcId="{33733725-826D-A345-81AC-5DBA423902CA}" destId="{17BE919B-CA9A-4141-B2FD-94582963ED35}" srcOrd="5" destOrd="0" parTransId="{EE89A143-702D-BF4B-85FE-EDDF536465C2}" sibTransId="{E78B4F7C-6523-1D4A-BCAA-8D2C959652A8}"/>
    <dgm:cxn modelId="{91153E4F-282A-5548-A640-F8C3ABFA02CF}" srcId="{37AB3659-77E6-424C-838D-DB38776244C5}" destId="{3E9A3743-6503-AB41-8509-E09D9344C208}" srcOrd="4" destOrd="0" parTransId="{1CDD9DF9-2C90-6B48-909E-FBA776E53B15}" sibTransId="{7062BA3B-CD14-E141-9CC1-C3746FD6CC27}"/>
    <dgm:cxn modelId="{4872AE4F-EBEC-9D43-BEFB-9ABA64B4FF78}" type="presOf" srcId="{C51727AE-18C9-714E-A042-AE96D84B5EB1}" destId="{2648735A-9AF9-E448-8584-66E464C922F0}" srcOrd="0" destOrd="0" presId="urn:microsoft.com/office/officeart/2005/8/layout/hProcess7"/>
    <dgm:cxn modelId="{48F98F54-0F6D-DC4A-8C7B-464110C38EDE}" srcId="{33733725-826D-A345-81AC-5DBA423902CA}" destId="{551ADB55-5727-324A-873B-7EDE40E5F155}" srcOrd="12" destOrd="0" parTransId="{E9D890B3-FB29-1947-8325-543D822D5ED9}" sibTransId="{0464CD1D-AA76-AC4D-996D-985E17623885}"/>
    <dgm:cxn modelId="{75E25C58-A530-A845-96D7-76F9CA4DF9BF}" type="presOf" srcId="{9B13E40F-FAE1-1048-954D-0D6C32A04B58}" destId="{0D018E86-6618-3744-A952-9F229F11EE09}" srcOrd="0" destOrd="6" presId="urn:microsoft.com/office/officeart/2005/8/layout/hProcess7"/>
    <dgm:cxn modelId="{E6B2C364-D9FA-964C-A18F-27E7BFDCB351}" srcId="{1C8DBCF5-B073-B84B-B40D-0CB31D47E7AF}" destId="{D1466CC5-E468-5D49-A59A-8C17EB74D5B2}" srcOrd="14" destOrd="0" parTransId="{929094EB-3398-4142-A61A-3E4AD6B606A3}" sibTransId="{708B5DDD-CD66-AE40-917C-D266DC0D253B}"/>
    <dgm:cxn modelId="{450EB165-AA98-C647-9849-3E6679167B1F}" srcId="{37AB3659-77E6-424C-838D-DB38776244C5}" destId="{CA37B3CD-5A5E-954C-86FE-AFA1170BC991}" srcOrd="0" destOrd="0" parTransId="{3F731AAA-B0CE-284A-98C2-FCC32D890E73}" sibTransId="{07CE565A-F229-DB49-8583-790E863A2EFE}"/>
    <dgm:cxn modelId="{34A9C465-1173-F548-A64B-76F3C9B4D95B}" type="presOf" srcId="{C914EA72-9978-AF4F-AE2E-1245E82A86D8}" destId="{2648735A-9AF9-E448-8584-66E464C922F0}" srcOrd="0" destOrd="5" presId="urn:microsoft.com/office/officeart/2005/8/layout/hProcess7"/>
    <dgm:cxn modelId="{B186E765-9C08-1F47-8045-6FF7162B3BE6}" type="presOf" srcId="{85D69C1F-086B-CA46-8F79-4E8DBC562267}" destId="{193C9333-65A5-5440-A926-B35EDAB25D11}" srcOrd="0" destOrd="14" presId="urn:microsoft.com/office/officeart/2005/8/layout/hProcess7"/>
    <dgm:cxn modelId="{E40AEE65-4EB1-5A40-8B15-59EF9E332BAC}" type="presOf" srcId="{26898354-2DA7-5741-A6F4-0E2237F87BCA}" destId="{193C9333-65A5-5440-A926-B35EDAB25D11}" srcOrd="0" destOrd="17" presId="urn:microsoft.com/office/officeart/2005/8/layout/hProcess7"/>
    <dgm:cxn modelId="{3359D866-E93B-7344-B3DC-246E320F9E61}" srcId="{33733725-826D-A345-81AC-5DBA423902CA}" destId="{9527F4D3-C651-1B4A-9911-8A81B1CD3187}" srcOrd="4" destOrd="0" parTransId="{49631897-5203-B64C-812E-167CB7DA52DA}" sibTransId="{CF2F5474-7A9D-8948-BEC7-4D496A1BB7D7}"/>
    <dgm:cxn modelId="{4E9FF96B-36F9-1A41-801D-74C523DC17AF}" srcId="{33733725-826D-A345-81AC-5DBA423902CA}" destId="{1A0CE5F3-13A1-0E41-81BD-ABF1CBF91A9E}" srcOrd="7" destOrd="0" parTransId="{C279DE75-AB71-D240-9441-8372B51D8CBF}" sibTransId="{BB28A83E-ABB8-974A-BF98-69CEBCC9C04B}"/>
    <dgm:cxn modelId="{E8D2CC6E-DEF2-9C48-8DF1-BFEF95DD5886}" srcId="{33733725-826D-A345-81AC-5DBA423902CA}" destId="{F2FCBD50-E332-4A4F-BDEE-64C027698D88}" srcOrd="8" destOrd="0" parTransId="{73B3EDDE-C6CE-0749-9466-3FB66C8097C3}" sibTransId="{B5D4EEEE-8C9B-DB4D-B8A2-E2F0D1E9FDCB}"/>
    <dgm:cxn modelId="{5281E96E-0807-1F40-8D85-BB113AB3280B}" srcId="{EBFA4795-A13E-894E-AB5F-25D27A142E65}" destId="{37AB3659-77E6-424C-838D-DB38776244C5}" srcOrd="2" destOrd="0" parTransId="{B7D2384E-AA2A-0240-BEA1-899897B8C1C7}" sibTransId="{3C24CAAD-DB8B-3C4F-A5B1-644814E7C341}"/>
    <dgm:cxn modelId="{4D903471-9F55-0B4A-9C11-17A4244D4FAB}" type="presOf" srcId="{D1466CC5-E468-5D49-A59A-8C17EB74D5B2}" destId="{2648735A-9AF9-E448-8584-66E464C922F0}" srcOrd="0" destOrd="14" presId="urn:microsoft.com/office/officeart/2005/8/layout/hProcess7"/>
    <dgm:cxn modelId="{40410675-A1F5-554A-AFBB-075EA719E81A}" srcId="{33733725-826D-A345-81AC-5DBA423902CA}" destId="{63FD1394-A4C2-444A-8810-0B3C29E245BA}" srcOrd="6" destOrd="0" parTransId="{EA665543-720E-C241-B901-60BE7338BE36}" sibTransId="{C06A56A0-1009-634A-A2E6-97F7FF9EA5C1}"/>
    <dgm:cxn modelId="{5E58AE76-A067-5846-82C1-C6E882B6CA30}" srcId="{33733725-826D-A345-81AC-5DBA423902CA}" destId="{ABEC0E54-A6F4-D34F-B2B6-234FF956FA83}" srcOrd="11" destOrd="0" parTransId="{D42F81FF-8F04-3040-B5D6-B7F9DDEC6636}" sibTransId="{AC07B082-119B-C74A-A433-D13C2855FCE8}"/>
    <dgm:cxn modelId="{021C9979-D738-3743-8462-89F949DF7B52}" type="presOf" srcId="{63FD1394-A4C2-444A-8810-0B3C29E245BA}" destId="{193C9333-65A5-5440-A926-B35EDAB25D11}" srcOrd="0" destOrd="6" presId="urn:microsoft.com/office/officeart/2005/8/layout/hProcess7"/>
    <dgm:cxn modelId="{C2F99A7C-EDCF-0643-9E95-3EEF3921CD1A}" srcId="{33733725-826D-A345-81AC-5DBA423902CA}" destId="{85D69C1F-086B-CA46-8F79-4E8DBC562267}" srcOrd="14" destOrd="0" parTransId="{151B1BC2-19BE-674B-B040-4F9B8D5B632E}" sibTransId="{A1F18108-CCF1-F841-9B72-3996B7CDEDB7}"/>
    <dgm:cxn modelId="{10D31281-AE60-F846-A456-78C0097AE46E}" srcId="{1C8DBCF5-B073-B84B-B40D-0CB31D47E7AF}" destId="{46968CEA-4A7A-CB44-8C41-8E1F313E226A}" srcOrd="13" destOrd="0" parTransId="{CB01F91B-AE03-8945-A964-12B16488A144}" sibTransId="{CC0C9A13-54CE-E644-AB2C-89C72D4D13EA}"/>
    <dgm:cxn modelId="{E7408381-D8E7-934B-A3A2-73922C0981DD}" type="presOf" srcId="{D76815AC-52B5-5B4B-9406-9283E3D6A1CB}" destId="{0D018E86-6618-3744-A952-9F229F11EE09}" srcOrd="0" destOrd="5" presId="urn:microsoft.com/office/officeart/2005/8/layout/hProcess7"/>
    <dgm:cxn modelId="{30E52D88-B32B-464A-8AD7-D670796013FF}" type="presOf" srcId="{CA37B3CD-5A5E-954C-86FE-AFA1170BC991}" destId="{0D018E86-6618-3744-A952-9F229F11EE09}" srcOrd="0" destOrd="0" presId="urn:microsoft.com/office/officeart/2005/8/layout/hProcess7"/>
    <dgm:cxn modelId="{D426868A-5420-404D-9C81-1D6BDF05AD23}" type="presOf" srcId="{BC4B1A38-3F86-A648-B48A-71E41E440E09}" destId="{0D018E86-6618-3744-A952-9F229F11EE09}" srcOrd="0" destOrd="3" presId="urn:microsoft.com/office/officeart/2005/8/layout/hProcess7"/>
    <dgm:cxn modelId="{8CE8C08B-7413-1143-8F60-44F42231AA08}" type="presOf" srcId="{DE341B7C-5149-4746-AD8E-87A65E93AB3A}" destId="{193C9333-65A5-5440-A926-B35EDAB25D11}" srcOrd="0" destOrd="2" presId="urn:microsoft.com/office/officeart/2005/8/layout/hProcess7"/>
    <dgm:cxn modelId="{E656A58D-4B00-7246-9DDE-5CE1DBB1B862}" srcId="{33733725-826D-A345-81AC-5DBA423902CA}" destId="{A28A28CA-0A67-F940-9677-8CF8B2E70214}" srcOrd="0" destOrd="0" parTransId="{949F91FC-3C8E-9447-BFA6-FB561FEA90C4}" sibTransId="{8FA8DA6D-582A-2641-B110-1B4EC2F1298D}"/>
    <dgm:cxn modelId="{0EFC1A92-A267-8746-9151-C44AE3983F9F}" srcId="{1C8DBCF5-B073-B84B-B40D-0CB31D47E7AF}" destId="{C914EA72-9978-AF4F-AE2E-1245E82A86D8}" srcOrd="5" destOrd="0" parTransId="{4BAA2856-1036-7743-8672-A03B3103049A}" sibTransId="{5D6E906A-4623-2740-B9FA-3F647069A032}"/>
    <dgm:cxn modelId="{919EF692-37EA-1C43-981D-0784ABDD47F5}" type="presOf" srcId="{63821F41-8BC4-9743-9224-60A5627E43EE}" destId="{193C9333-65A5-5440-A926-B35EDAB25D11}" srcOrd="0" destOrd="16" presId="urn:microsoft.com/office/officeart/2005/8/layout/hProcess7"/>
    <dgm:cxn modelId="{E755E096-F9CF-014C-992F-85FB8857AD0A}" type="presOf" srcId="{37AB3659-77E6-424C-838D-DB38776244C5}" destId="{B20B99A9-622E-1D43-913A-174DAA5BDD94}" srcOrd="0" destOrd="0" presId="urn:microsoft.com/office/officeart/2005/8/layout/hProcess7"/>
    <dgm:cxn modelId="{22722A97-78BD-CD42-BDB8-39B0BE3F4F5B}" srcId="{33733725-826D-A345-81AC-5DBA423902CA}" destId="{F929BC6C-2D8A-5046-BC5D-6F449D1ADFAF}" srcOrd="15" destOrd="0" parTransId="{406DC258-70DA-BB49-8FC8-2A13D8BD860D}" sibTransId="{52C23482-91AA-2F45-A341-91163C1698F7}"/>
    <dgm:cxn modelId="{9D709A99-3515-9E46-8222-8BADCA3826F5}" srcId="{33733725-826D-A345-81AC-5DBA423902CA}" destId="{14AAFE0F-B8EE-5145-95A3-8CEC95460A4B}" srcOrd="13" destOrd="0" parTransId="{57F5D672-1BD5-424F-9277-FB931FC1E1CB}" sibTransId="{C0F2AC2B-32EE-4B46-BB27-FDA21FCDAEB3}"/>
    <dgm:cxn modelId="{855E869C-5E35-4C46-961D-635B4096344F}" type="presOf" srcId="{C0E0497A-8F45-844B-A645-43E36D4F1876}" destId="{2648735A-9AF9-E448-8584-66E464C922F0}" srcOrd="0" destOrd="11" presId="urn:microsoft.com/office/officeart/2005/8/layout/hProcess7"/>
    <dgm:cxn modelId="{A1E4149E-E8EA-BF44-AE13-3BEB9534503B}" type="presOf" srcId="{3E9A3743-6503-AB41-8509-E09D9344C208}" destId="{0D018E86-6618-3744-A952-9F229F11EE09}" srcOrd="0" destOrd="4" presId="urn:microsoft.com/office/officeart/2005/8/layout/hProcess7"/>
    <dgm:cxn modelId="{6DB5819F-18F4-F240-A279-B9A77EDBD8A6}" type="presOf" srcId="{ABEC0E54-A6F4-D34F-B2B6-234FF956FA83}" destId="{193C9333-65A5-5440-A926-B35EDAB25D11}" srcOrd="0" destOrd="11" presId="urn:microsoft.com/office/officeart/2005/8/layout/hProcess7"/>
    <dgm:cxn modelId="{4FB562A6-84F7-C440-B0FA-D6911ED576D9}" srcId="{33733725-826D-A345-81AC-5DBA423902CA}" destId="{1BD26820-DFDB-1245-A6A1-0544909DF223}" srcOrd="10" destOrd="0" parTransId="{C1C2BDAE-F402-2F49-A590-6A2BFDB8F3C0}" sibTransId="{2E0FBBBA-D5E9-E846-AF73-A8D2F07DD1B5}"/>
    <dgm:cxn modelId="{A47B28B4-E0DE-6040-A4DC-81B8E40AD486}" type="presOf" srcId="{37AB3659-77E6-424C-838D-DB38776244C5}" destId="{6D8D1022-A76C-354D-B6D8-DC68AA97699A}" srcOrd="1" destOrd="0" presId="urn:microsoft.com/office/officeart/2005/8/layout/hProcess7"/>
    <dgm:cxn modelId="{D5341BB5-5AF2-3C44-928B-8D53B55B6858}" type="presOf" srcId="{F2FCBD50-E332-4A4F-BDEE-64C027698D88}" destId="{193C9333-65A5-5440-A926-B35EDAB25D11}" srcOrd="0" destOrd="8" presId="urn:microsoft.com/office/officeart/2005/8/layout/hProcess7"/>
    <dgm:cxn modelId="{E60A21B7-B01A-EF48-A7A2-E13D05144F5C}" srcId="{1C8DBCF5-B073-B84B-B40D-0CB31D47E7AF}" destId="{B881B72D-AE43-DC42-96BB-34470EFAC603}" srcOrd="10" destOrd="0" parTransId="{307E2113-543D-2D46-9647-5809187111B3}" sibTransId="{AE5A1D16-B064-0D40-AEA3-80E283C6DE24}"/>
    <dgm:cxn modelId="{69A560B7-745E-2D4C-9E24-84FF89F3F118}" srcId="{1C8DBCF5-B073-B84B-B40D-0CB31D47E7AF}" destId="{C51727AE-18C9-714E-A042-AE96D84B5EB1}" srcOrd="0" destOrd="0" parTransId="{7DF71D90-D2E4-8E4B-B553-575F64FE25AC}" sibTransId="{3D517917-0922-664C-A016-9735D031353D}"/>
    <dgm:cxn modelId="{20C2F2B8-6DC9-B643-B243-86E515E8D3C6}" type="presOf" srcId="{AC8551CB-4F35-E547-954D-E712862F7392}" destId="{2648735A-9AF9-E448-8584-66E464C922F0}" srcOrd="0" destOrd="2" presId="urn:microsoft.com/office/officeart/2005/8/layout/hProcess7"/>
    <dgm:cxn modelId="{74C14FBA-39B8-6141-BFD2-6437FE677FE5}" srcId="{1C8DBCF5-B073-B84B-B40D-0CB31D47E7AF}" destId="{7F6397F0-EEDC-E445-A2C9-CD5B40E5B64B}" srcOrd="3" destOrd="0" parTransId="{0AB40BB1-E7B0-854C-8CAF-75FB64DCBD78}" sibTransId="{EC1C8207-86B7-A74C-8C0B-64AF06C74142}"/>
    <dgm:cxn modelId="{A67A2CC6-6C86-8741-B862-883A0E6127B9}" type="presOf" srcId="{BD58AB7B-3C0C-8A48-BB4D-A243091DF5CF}" destId="{0D018E86-6618-3744-A952-9F229F11EE09}" srcOrd="0" destOrd="2" presId="urn:microsoft.com/office/officeart/2005/8/layout/hProcess7"/>
    <dgm:cxn modelId="{7FCB97C6-AC71-1244-913D-187F9F7153F9}" srcId="{37AB3659-77E6-424C-838D-DB38776244C5}" destId="{9B13E40F-FAE1-1048-954D-0D6C32A04B58}" srcOrd="6" destOrd="0" parTransId="{5A7A19C7-D5DC-F341-890A-EBC3FD88DB39}" sibTransId="{15176C3D-D51F-FD47-BF55-8405396971E2}"/>
    <dgm:cxn modelId="{F1EBEFC9-EFFF-2043-9492-D41C206EF024}" type="presOf" srcId="{B881B72D-AE43-DC42-96BB-34470EFAC603}" destId="{2648735A-9AF9-E448-8584-66E464C922F0}" srcOrd="0" destOrd="10" presId="urn:microsoft.com/office/officeart/2005/8/layout/hProcess7"/>
    <dgm:cxn modelId="{E1EA50CB-12E2-A443-8F1E-8AEC3CCBBE8C}" type="presOf" srcId="{7DC1D3CC-9D60-9F4F-A448-E5955B5F8767}" destId="{2648735A-9AF9-E448-8584-66E464C922F0}" srcOrd="0" destOrd="8" presId="urn:microsoft.com/office/officeart/2005/8/layout/hProcess7"/>
    <dgm:cxn modelId="{4F991CCC-340D-EC42-B4F2-9D5E21B75EB1}" srcId="{37AB3659-77E6-424C-838D-DB38776244C5}" destId="{BC4B1A38-3F86-A648-B48A-71E41E440E09}" srcOrd="3" destOrd="0" parTransId="{FAE0C4B6-897C-614A-A637-DD3B3D74AC08}" sibTransId="{C38299A1-644C-9C4D-A380-F31C56DE8756}"/>
    <dgm:cxn modelId="{238598CE-EE68-4744-BF67-D0F3B10FBCD2}" type="presOf" srcId="{EBFA4795-A13E-894E-AB5F-25D27A142E65}" destId="{917806D1-FBCA-614C-87FA-3DCE576C475E}" srcOrd="0" destOrd="0" presId="urn:microsoft.com/office/officeart/2005/8/layout/hProcess7"/>
    <dgm:cxn modelId="{5F9628D2-B07E-7D4C-919C-8D3CF03384E3}" type="presOf" srcId="{F2604A2A-71B4-0F4F-99F0-C4A063E6891D}" destId="{2648735A-9AF9-E448-8584-66E464C922F0}" srcOrd="0" destOrd="6" presId="urn:microsoft.com/office/officeart/2005/8/layout/hProcess7"/>
    <dgm:cxn modelId="{356B12D4-00BA-B045-BEB6-4B5B1160E230}" srcId="{33733725-826D-A345-81AC-5DBA423902CA}" destId="{BDE6EC3A-4635-6C43-B175-AE03BF715256}" srcOrd="9" destOrd="0" parTransId="{72B12BB9-CCAD-954B-9AEB-D6ED6DE83D8B}" sibTransId="{752C9744-F54D-EA42-BF7A-ED075FD0D31B}"/>
    <dgm:cxn modelId="{0A36E6D6-90F2-474D-9EC0-DAB8775DDB97}" srcId="{1C8DBCF5-B073-B84B-B40D-0CB31D47E7AF}" destId="{97088427-D245-0E40-A542-0C94AB2F9006}" srcOrd="4" destOrd="0" parTransId="{8370715E-7D39-354D-A93C-52CA6D985C36}" sibTransId="{61F85F90-4AF3-4346-AB83-43F4E1E7EA04}"/>
    <dgm:cxn modelId="{827744DE-6868-AA4A-8D02-5113537BD12E}" type="presOf" srcId="{F929BC6C-2D8A-5046-BC5D-6F449D1ADFAF}" destId="{193C9333-65A5-5440-A926-B35EDAB25D11}" srcOrd="0" destOrd="15" presId="urn:microsoft.com/office/officeart/2005/8/layout/hProcess7"/>
    <dgm:cxn modelId="{58C708DF-8711-C447-899C-B85584301083}" type="presOf" srcId="{7E4DFF38-1B0A-DE48-886C-D19A390ADB70}" destId="{193C9333-65A5-5440-A926-B35EDAB25D11}" srcOrd="0" destOrd="3" presId="urn:microsoft.com/office/officeart/2005/8/layout/hProcess7"/>
    <dgm:cxn modelId="{A0B41DE9-A1B2-2F43-8D96-1D9FA5CE427F}" srcId="{1C8DBCF5-B073-B84B-B40D-0CB31D47E7AF}" destId="{F2604A2A-71B4-0F4F-99F0-C4A063E6891D}" srcOrd="6" destOrd="0" parTransId="{578657FD-476B-764F-8757-81D53351B002}" sibTransId="{0D95FEBC-8EAD-E54F-B13D-15A5F9786BA7}"/>
    <dgm:cxn modelId="{BE2109EB-6FBF-A44E-8E2D-D4C2924E35B4}" srcId="{33733725-826D-A345-81AC-5DBA423902CA}" destId="{DE341B7C-5149-4746-AD8E-87A65E93AB3A}" srcOrd="2" destOrd="0" parTransId="{48174E8A-7382-6049-9D35-C1CD5B0FCB13}" sibTransId="{913C27B7-FE29-DB4A-A394-9C045DADC593}"/>
    <dgm:cxn modelId="{2EE4AFEB-2014-BD4F-A93E-8CD6BEFD4AC3}" type="presOf" srcId="{17BE919B-CA9A-4141-B2FD-94582963ED35}" destId="{193C9333-65A5-5440-A926-B35EDAB25D11}" srcOrd="0" destOrd="5" presId="urn:microsoft.com/office/officeart/2005/8/layout/hProcess7"/>
    <dgm:cxn modelId="{5998C1ED-1ECF-9647-AF17-E50403BB54E6}" type="presOf" srcId="{1BD26820-DFDB-1245-A6A1-0544909DF223}" destId="{193C9333-65A5-5440-A926-B35EDAB25D11}" srcOrd="0" destOrd="10" presId="urn:microsoft.com/office/officeart/2005/8/layout/hProcess7"/>
    <dgm:cxn modelId="{069987EF-DB80-7842-9CF5-0E0C3594EFAA}" type="presOf" srcId="{BDE6EC3A-4635-6C43-B175-AE03BF715256}" destId="{193C9333-65A5-5440-A926-B35EDAB25D11}" srcOrd="0" destOrd="9" presId="urn:microsoft.com/office/officeart/2005/8/layout/hProcess7"/>
    <dgm:cxn modelId="{B94262F7-7FEA-0242-A3C9-49A7FFC4B534}" srcId="{1C8DBCF5-B073-B84B-B40D-0CB31D47E7AF}" destId="{25ECF3E1-166C-404B-8DB6-A890C74566D9}" srcOrd="7" destOrd="0" parTransId="{B559BCB1-AA68-0B44-A1A5-38F006467F60}" sibTransId="{5217F1D2-0842-1744-BBC1-6E3118A48903}"/>
    <dgm:cxn modelId="{E20690F7-943C-704A-BEA3-59CD4D166BA9}" type="presOf" srcId="{551ADB55-5727-324A-873B-7EDE40E5F155}" destId="{193C9333-65A5-5440-A926-B35EDAB25D11}" srcOrd="0" destOrd="12" presId="urn:microsoft.com/office/officeart/2005/8/layout/hProcess7"/>
    <dgm:cxn modelId="{23A993FD-225E-334E-9809-0AF0C808926B}" srcId="{37AB3659-77E6-424C-838D-DB38776244C5}" destId="{952EC4CC-9A2C-C04D-931D-49EEF60EBBA9}" srcOrd="1" destOrd="0" parTransId="{ACC01698-07B8-7342-A1F4-8CEB363BEA0E}" sibTransId="{8EB8DAED-82D9-C148-B8F2-9CD374A09C2B}"/>
    <dgm:cxn modelId="{EF95620E-D8CA-A24B-9AFE-8E841DEB5BA5}" type="presParOf" srcId="{917806D1-FBCA-614C-87FA-3DCE576C475E}" destId="{27F34695-1D28-9C47-B181-3AB2E482BB14}" srcOrd="0" destOrd="0" presId="urn:microsoft.com/office/officeart/2005/8/layout/hProcess7"/>
    <dgm:cxn modelId="{2146F918-E707-964C-BED8-F77FD5D9AC05}" type="presParOf" srcId="{27F34695-1D28-9C47-B181-3AB2E482BB14}" destId="{CF6233BD-3BD8-E848-A592-4EF19AA46927}" srcOrd="0" destOrd="0" presId="urn:microsoft.com/office/officeart/2005/8/layout/hProcess7"/>
    <dgm:cxn modelId="{8D4D4495-865E-6148-9F1F-B85D315BAEEB}" type="presParOf" srcId="{27F34695-1D28-9C47-B181-3AB2E482BB14}" destId="{CD762A46-D20E-0149-9565-6A607E690263}" srcOrd="1" destOrd="0" presId="urn:microsoft.com/office/officeart/2005/8/layout/hProcess7"/>
    <dgm:cxn modelId="{1AF2741D-5BBD-CF47-9E6E-6BB7B01EF5C1}" type="presParOf" srcId="{27F34695-1D28-9C47-B181-3AB2E482BB14}" destId="{193C9333-65A5-5440-A926-B35EDAB25D11}" srcOrd="2" destOrd="0" presId="urn:microsoft.com/office/officeart/2005/8/layout/hProcess7"/>
    <dgm:cxn modelId="{CD1EAEDF-3E0C-CC4B-B15B-0E04829F4EC9}" type="presParOf" srcId="{917806D1-FBCA-614C-87FA-3DCE576C475E}" destId="{6E87FF28-639F-114F-BE09-F9C0959807AA}" srcOrd="1" destOrd="0" presId="urn:microsoft.com/office/officeart/2005/8/layout/hProcess7"/>
    <dgm:cxn modelId="{CF5CE794-528C-2B44-8000-C233DE502A4A}" type="presParOf" srcId="{917806D1-FBCA-614C-87FA-3DCE576C475E}" destId="{EE8BBB86-047A-894F-BB42-C702C30BF121}" srcOrd="2" destOrd="0" presId="urn:microsoft.com/office/officeart/2005/8/layout/hProcess7"/>
    <dgm:cxn modelId="{7AEC1912-3766-B94B-BDC3-D91A0BF93806}" type="presParOf" srcId="{EE8BBB86-047A-894F-BB42-C702C30BF121}" destId="{B7475534-DEDC-3E43-AEA0-CF601A182238}" srcOrd="0" destOrd="0" presId="urn:microsoft.com/office/officeart/2005/8/layout/hProcess7"/>
    <dgm:cxn modelId="{64859DE3-1567-8247-9D42-160935E84DA2}" type="presParOf" srcId="{EE8BBB86-047A-894F-BB42-C702C30BF121}" destId="{5B1B0883-15FE-6D46-A804-6206DE5C42FB}" srcOrd="1" destOrd="0" presId="urn:microsoft.com/office/officeart/2005/8/layout/hProcess7"/>
    <dgm:cxn modelId="{BAB4BE91-85DB-EB4B-AB1C-EDA2D45A9B37}" type="presParOf" srcId="{EE8BBB86-047A-894F-BB42-C702C30BF121}" destId="{7D70C474-FEA0-F84F-BAF5-325CC5C83EB6}" srcOrd="2" destOrd="0" presId="urn:microsoft.com/office/officeart/2005/8/layout/hProcess7"/>
    <dgm:cxn modelId="{3E058D90-D8F5-BA47-A68D-BBEEEF05C6B3}" type="presParOf" srcId="{917806D1-FBCA-614C-87FA-3DCE576C475E}" destId="{1D82160C-BD00-084E-8E50-960E5A6FBAA9}" srcOrd="3" destOrd="0" presId="urn:microsoft.com/office/officeart/2005/8/layout/hProcess7"/>
    <dgm:cxn modelId="{16075445-E3AA-9748-B25E-9E1EF09E2735}" type="presParOf" srcId="{917806D1-FBCA-614C-87FA-3DCE576C475E}" destId="{EBA58563-62E1-D748-AC57-9ED8D492BC78}" srcOrd="4" destOrd="0" presId="urn:microsoft.com/office/officeart/2005/8/layout/hProcess7"/>
    <dgm:cxn modelId="{6C1173D0-45DD-F14D-94BE-A98D29903005}" type="presParOf" srcId="{EBA58563-62E1-D748-AC57-9ED8D492BC78}" destId="{6886D103-4087-0F46-A56B-E1CA30A78521}" srcOrd="0" destOrd="0" presId="urn:microsoft.com/office/officeart/2005/8/layout/hProcess7"/>
    <dgm:cxn modelId="{D1221904-0936-C547-8E52-9ED3EB944663}" type="presParOf" srcId="{EBA58563-62E1-D748-AC57-9ED8D492BC78}" destId="{94B64A8F-EEBB-C644-BBC3-D2147B869481}" srcOrd="1" destOrd="0" presId="urn:microsoft.com/office/officeart/2005/8/layout/hProcess7"/>
    <dgm:cxn modelId="{6F650C37-40F7-554A-8FC6-D6318D8CD485}" type="presParOf" srcId="{EBA58563-62E1-D748-AC57-9ED8D492BC78}" destId="{2648735A-9AF9-E448-8584-66E464C922F0}" srcOrd="2" destOrd="0" presId="urn:microsoft.com/office/officeart/2005/8/layout/hProcess7"/>
    <dgm:cxn modelId="{1B168182-90B6-0F4A-971C-944ACECF8ADD}" type="presParOf" srcId="{917806D1-FBCA-614C-87FA-3DCE576C475E}" destId="{6D191FFA-A8F6-FC45-A937-52D343EED439}" srcOrd="5" destOrd="0" presId="urn:microsoft.com/office/officeart/2005/8/layout/hProcess7"/>
    <dgm:cxn modelId="{195C70C0-0782-A24A-B8E9-706C6989A107}" type="presParOf" srcId="{917806D1-FBCA-614C-87FA-3DCE576C475E}" destId="{FCCB57DE-7380-F949-B717-25BD8F57EA51}" srcOrd="6" destOrd="0" presId="urn:microsoft.com/office/officeart/2005/8/layout/hProcess7"/>
    <dgm:cxn modelId="{7E44E752-05D6-434F-89A9-678986A2FF8F}" type="presParOf" srcId="{FCCB57DE-7380-F949-B717-25BD8F57EA51}" destId="{266EE4A8-FCDE-314A-9C02-0F8431F7CB0A}" srcOrd="0" destOrd="0" presId="urn:microsoft.com/office/officeart/2005/8/layout/hProcess7"/>
    <dgm:cxn modelId="{83D14113-8617-C845-A7CD-DEEDCFBF97EC}" type="presParOf" srcId="{FCCB57DE-7380-F949-B717-25BD8F57EA51}" destId="{629B5385-7892-A448-8B50-F715C915381D}" srcOrd="1" destOrd="0" presId="urn:microsoft.com/office/officeart/2005/8/layout/hProcess7"/>
    <dgm:cxn modelId="{ACC78465-ADA8-8141-B7AD-1969951E8E52}" type="presParOf" srcId="{FCCB57DE-7380-F949-B717-25BD8F57EA51}" destId="{DDD1F063-FA7E-134D-935F-72398EE1A498}" srcOrd="2" destOrd="0" presId="urn:microsoft.com/office/officeart/2005/8/layout/hProcess7"/>
    <dgm:cxn modelId="{80AD49B2-489F-624D-9424-3FAF45D86B7A}" type="presParOf" srcId="{917806D1-FBCA-614C-87FA-3DCE576C475E}" destId="{177B7A3D-8274-824E-A9AE-7AB68446CC83}" srcOrd="7" destOrd="0" presId="urn:microsoft.com/office/officeart/2005/8/layout/hProcess7"/>
    <dgm:cxn modelId="{5DF92987-EB2C-4943-A378-B6054CB656F7}" type="presParOf" srcId="{917806D1-FBCA-614C-87FA-3DCE576C475E}" destId="{36669E10-444C-A44B-95DA-CEEF62C6A251}" srcOrd="8" destOrd="0" presId="urn:microsoft.com/office/officeart/2005/8/layout/hProcess7"/>
    <dgm:cxn modelId="{7904016F-E763-7A4B-B5D4-7E5F31F787FE}" type="presParOf" srcId="{36669E10-444C-A44B-95DA-CEEF62C6A251}" destId="{B20B99A9-622E-1D43-913A-174DAA5BDD94}" srcOrd="0" destOrd="0" presId="urn:microsoft.com/office/officeart/2005/8/layout/hProcess7"/>
    <dgm:cxn modelId="{FCEC0E67-1053-3341-A877-1A850A99FC30}" type="presParOf" srcId="{36669E10-444C-A44B-95DA-CEEF62C6A251}" destId="{6D8D1022-A76C-354D-B6D8-DC68AA97699A}" srcOrd="1" destOrd="0" presId="urn:microsoft.com/office/officeart/2005/8/layout/hProcess7"/>
    <dgm:cxn modelId="{1F6C547D-D530-2B4D-BE0D-5C52A03BC2C4}" type="presParOf" srcId="{36669E10-444C-A44B-95DA-CEEF62C6A251}" destId="{0D018E86-6618-3744-A952-9F229F11EE09}" srcOrd="2" destOrd="0" presId="urn:microsoft.com/office/officeart/2005/8/layout/hProcess7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556890F-BCF2-1C4C-B5A1-20974608A7F6}" type="doc">
      <dgm:prSet loTypeId="urn:microsoft.com/office/officeart/2008/layout/LinedList" loCatId="" qsTypeId="urn:microsoft.com/office/officeart/2005/8/quickstyle/simple1" qsCatId="simple" csTypeId="urn:microsoft.com/office/officeart/2005/8/colors/accent0_2" csCatId="mainScheme" phldr="1"/>
      <dgm:spPr/>
      <dgm:t>
        <a:bodyPr/>
        <a:lstStyle/>
        <a:p>
          <a:endParaRPr lang="en-US"/>
        </a:p>
      </dgm:t>
    </dgm:pt>
    <dgm:pt modelId="{76999AC1-5B2B-9B4C-A86B-D8515B04D50E}">
      <dgm:prSet phldrT="[Text]" custT="1"/>
      <dgm:spPr/>
      <dgm:t>
        <a:bodyPr/>
        <a:lstStyle/>
        <a:p>
          <a:pPr algn="l"/>
          <a:endParaRPr lang="en-US" sz="1400" b="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algn="l"/>
          <a:endParaRPr lang="en-US" sz="1400" b="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algn="l"/>
          <a:endParaRPr lang="en-US" sz="1400" b="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algn="l"/>
          <a:endParaRPr lang="en-US" sz="1400" b="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algn="l"/>
          <a:endParaRPr lang="en-US" sz="1400" b="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algn="l"/>
          <a:endParaRPr lang="en-US" sz="1400" b="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algn="ctr"/>
          <a:r>
            <a:rPr lang="en-US" sz="1600" b="1" dirty="0">
              <a:latin typeface="Helvetica" pitchFamily="2" charset="0"/>
              <a:cs typeface="Arial" panose="020B0604020202020204" pitchFamily="34" charset="0"/>
            </a:rPr>
            <a:t>Input</a:t>
          </a:r>
        </a:p>
        <a:p>
          <a:pPr algn="ctr"/>
          <a:endParaRPr lang="en-US" sz="1400" b="1" dirty="0">
            <a:latin typeface="Helvetica" pitchFamily="2" charset="0"/>
            <a:cs typeface="Arial" panose="020B0604020202020204" pitchFamily="34" charset="0"/>
          </a:endParaRPr>
        </a:p>
        <a:p>
          <a:pPr algn="ctr"/>
          <a:r>
            <a:rPr lang="en-US" sz="1400" dirty="0">
              <a:latin typeface="Helvetica" pitchFamily="2" charset="0"/>
              <a:cs typeface="Arial" panose="020B0604020202020204" pitchFamily="34" charset="0"/>
            </a:rPr>
            <a:t>Symbol-level normalized expression</a:t>
          </a:r>
        </a:p>
        <a:p>
          <a:pPr algn="ctr"/>
          <a:r>
            <a:rPr lang="en-US" sz="1400" dirty="0">
              <a:latin typeface="Helvetica" pitchFamily="2" charset="0"/>
              <a:cs typeface="Arial" panose="020B0604020202020204" pitchFamily="34" charset="0"/>
            </a:rPr>
            <a:t>
</a:t>
          </a:r>
          <a:r>
            <a:rPr lang="en-US" sz="1200" dirty="0">
              <a:latin typeface="Helvetica" pitchFamily="2" charset="0"/>
              <a:cs typeface="Arial" panose="020B0604020202020204" pitchFamily="34" charset="0"/>
            </a:rPr>
            <a:t>• logCPM expression
• genes × samples</a:t>
          </a:r>
        </a:p>
        <a:p>
          <a:pPr algn="ctr"/>
          <a:endParaRPr lang="en-US" sz="700" dirty="0">
            <a:latin typeface="Helvetica" pitchFamily="2" charset="0"/>
            <a:cs typeface="Arial" panose="020B0604020202020204" pitchFamily="34" charset="0"/>
          </a:endParaRPr>
        </a:p>
        <a:p>
          <a:pPr algn="ctr"/>
          <a:endParaRPr lang="en-US" sz="700" dirty="0">
            <a:latin typeface="Helvetica" pitchFamily="2" charset="0"/>
            <a:cs typeface="Courier New" panose="02070309020205020404" pitchFamily="49" charset="0"/>
          </a:endParaRPr>
        </a:p>
        <a:p>
          <a:pPr algn="ctr"/>
          <a:r>
            <a:rPr lang="en-US" sz="1100" dirty="0">
              <a:latin typeface="Helvetica" pitchFamily="2" charset="0"/>
              <a:cs typeface="Courier New" panose="02070309020205020404" pitchFamily="49" charset="0"/>
            </a:rPr>
            <a:t>expr_logcpm_symbol.parquet</a:t>
          </a:r>
          <a:endParaRPr lang="en-US" sz="1100" dirty="0">
            <a:latin typeface="Helvetica" pitchFamily="2" charset="0"/>
          </a:endParaRPr>
        </a:p>
      </dgm:t>
    </dgm:pt>
    <dgm:pt modelId="{9A4D4517-76FB-8D4F-9704-F99E9396E52B}" type="parTrans" cxnId="{0608ABC5-ED4C-0E49-A888-68156507CB26}">
      <dgm:prSet/>
      <dgm:spPr/>
      <dgm:t>
        <a:bodyPr/>
        <a:lstStyle/>
        <a:p>
          <a:endParaRPr lang="en-US"/>
        </a:p>
      </dgm:t>
    </dgm:pt>
    <dgm:pt modelId="{A04D1550-F580-4240-862C-DB96ABC8998E}" type="sibTrans" cxnId="{0608ABC5-ED4C-0E49-A888-68156507CB26}">
      <dgm:prSet/>
      <dgm:spPr/>
      <dgm:t>
        <a:bodyPr/>
        <a:lstStyle/>
        <a:p>
          <a:endParaRPr lang="en-US"/>
        </a:p>
      </dgm:t>
    </dgm:pt>
    <dgm:pt modelId="{BDAD56E8-946C-ED4F-BCBC-780849351283}">
      <dgm:prSet phldrT="[Text]" custT="1"/>
      <dgm:spPr/>
      <dgm:t>
        <a:bodyPr/>
        <a:lstStyle/>
        <a:p>
          <a:pPr>
            <a:lnSpc>
              <a:spcPct val="100000"/>
            </a:lnSpc>
            <a:spcAft>
              <a:spcPts val="72"/>
            </a:spcAft>
            <a:buNone/>
          </a:pPr>
          <a:r>
            <a:rPr lang="en-US" sz="1600" b="1" i="0" u="none" dirty="0">
              <a:latin typeface="Helvetica" pitchFamily="2" charset="0"/>
            </a:rPr>
            <a:t>PCA computation-outputs      PCA Biological Interpretation</a:t>
          </a:r>
        </a:p>
        <a:p>
          <a:pPr>
            <a:lnSpc>
              <a:spcPct val="100000"/>
            </a:lnSpc>
            <a:spcAft>
              <a:spcPts val="72"/>
            </a:spcAft>
            <a:buNone/>
          </a:pPr>
          <a:r>
            <a:rPr lang="en-US" sz="1600" b="1" i="0" u="none" dirty="0">
              <a:latin typeface="Helvetica" pitchFamily="2" charset="0"/>
            </a:rPr>
            <a:t>                                                                of PCA axis</a:t>
          </a:r>
          <a:endParaRPr lang="en-US" sz="1600" b="1" dirty="0">
            <a:latin typeface="Helvetica" pitchFamily="2" charset="0"/>
          </a:endParaRPr>
        </a:p>
      </dgm:t>
    </dgm:pt>
    <dgm:pt modelId="{ED69E711-DAA6-4946-9F81-5F1789C1A9BD}" type="parTrans" cxnId="{E1764A23-8C7C-D04F-AFD2-0A2A8EAABECF}">
      <dgm:prSet/>
      <dgm:spPr/>
      <dgm:t>
        <a:bodyPr/>
        <a:lstStyle/>
        <a:p>
          <a:endParaRPr lang="en-US"/>
        </a:p>
      </dgm:t>
    </dgm:pt>
    <dgm:pt modelId="{ABB9D257-DF0E-D449-9E00-A2DC882BB879}" type="sibTrans" cxnId="{E1764A23-8C7C-D04F-AFD2-0A2A8EAABECF}">
      <dgm:prSet/>
      <dgm:spPr/>
      <dgm:t>
        <a:bodyPr/>
        <a:lstStyle/>
        <a:p>
          <a:endParaRPr lang="en-US"/>
        </a:p>
      </dgm:t>
    </dgm:pt>
    <dgm:pt modelId="{352E8EBB-EC80-224F-B932-70CD23591B0D}">
      <dgm:prSet phldrT="[Text]" custT="1"/>
      <dgm:spPr/>
      <dgm:t>
        <a:bodyPr/>
        <a:lstStyle/>
        <a:p>
          <a:r>
            <a:rPr lang="en-US" sz="1600" b="1" i="0" u="none" dirty="0">
              <a:latin typeface="Helvetica" pitchFamily="2" charset="0"/>
            </a:rPr>
            <a:t>UMAP</a:t>
          </a:r>
          <a:endParaRPr lang="en-US" sz="1600" b="1" dirty="0">
            <a:latin typeface="Helvetica" pitchFamily="2" charset="0"/>
          </a:endParaRPr>
        </a:p>
        <a:p>
          <a:endParaRPr lang="en-US" sz="1900" dirty="0"/>
        </a:p>
        <a:p>
          <a:endParaRPr lang="en-US" sz="1900" dirty="0"/>
        </a:p>
        <a:p>
          <a:endParaRPr lang="en-US" sz="1900" dirty="0"/>
        </a:p>
        <a:p>
          <a:endParaRPr lang="en-US" sz="1900" dirty="0"/>
        </a:p>
        <a:p>
          <a:endParaRPr lang="en-US" sz="1900" dirty="0"/>
        </a:p>
        <a:p>
          <a:endParaRPr lang="en-US" sz="1900" dirty="0"/>
        </a:p>
      </dgm:t>
    </dgm:pt>
    <dgm:pt modelId="{BAF47FFE-FE77-8045-BF3D-EFD208D0EC8C}" type="parTrans" cxnId="{F7C7B7EF-BA0E-254A-8460-3BE6F5402BFE}">
      <dgm:prSet/>
      <dgm:spPr/>
      <dgm:t>
        <a:bodyPr/>
        <a:lstStyle/>
        <a:p>
          <a:endParaRPr lang="en-US"/>
        </a:p>
      </dgm:t>
    </dgm:pt>
    <dgm:pt modelId="{4264F068-2679-6D43-8026-58B0AEB7D469}" type="sibTrans" cxnId="{F7C7B7EF-BA0E-254A-8460-3BE6F5402BFE}">
      <dgm:prSet/>
      <dgm:spPr/>
      <dgm:t>
        <a:bodyPr/>
        <a:lstStyle/>
        <a:p>
          <a:endParaRPr lang="en-US"/>
        </a:p>
      </dgm:t>
    </dgm:pt>
    <dgm:pt modelId="{684F4E6D-C8D3-1046-993B-9EAC394B6C16}" type="pres">
      <dgm:prSet presAssocID="{A556890F-BCF2-1C4C-B5A1-20974608A7F6}" presName="vert0" presStyleCnt="0">
        <dgm:presLayoutVars>
          <dgm:dir/>
          <dgm:animOne val="branch"/>
          <dgm:animLvl val="lvl"/>
        </dgm:presLayoutVars>
      </dgm:prSet>
      <dgm:spPr/>
    </dgm:pt>
    <dgm:pt modelId="{8BAF91A8-0E74-DF4C-A588-EBACA2670EE6}" type="pres">
      <dgm:prSet presAssocID="{76999AC1-5B2B-9B4C-A86B-D8515B04D50E}" presName="thickLine" presStyleLbl="alignNode1" presStyleIdx="0" presStyleCnt="1"/>
      <dgm:spPr/>
    </dgm:pt>
    <dgm:pt modelId="{9A2ACCBC-1707-3F4A-8679-BF2BCAC343F2}" type="pres">
      <dgm:prSet presAssocID="{76999AC1-5B2B-9B4C-A86B-D8515B04D50E}" presName="horz1" presStyleCnt="0"/>
      <dgm:spPr/>
    </dgm:pt>
    <dgm:pt modelId="{D7C29768-F7C9-054B-8062-D018D093BF7B}" type="pres">
      <dgm:prSet presAssocID="{76999AC1-5B2B-9B4C-A86B-D8515B04D50E}" presName="tx1" presStyleLbl="revTx" presStyleIdx="0" presStyleCnt="3"/>
      <dgm:spPr/>
    </dgm:pt>
    <dgm:pt modelId="{E09D5B1E-D7E5-264E-B315-7888E7AD4004}" type="pres">
      <dgm:prSet presAssocID="{76999AC1-5B2B-9B4C-A86B-D8515B04D50E}" presName="vert1" presStyleCnt="0"/>
      <dgm:spPr/>
    </dgm:pt>
    <dgm:pt modelId="{04145C9B-3938-1C41-B525-D4AC8BD67091}" type="pres">
      <dgm:prSet presAssocID="{BDAD56E8-946C-ED4F-BCBC-780849351283}" presName="vertSpace2a" presStyleCnt="0"/>
      <dgm:spPr/>
    </dgm:pt>
    <dgm:pt modelId="{072B57EA-CE50-FE4B-AF2C-4DFF08E2A307}" type="pres">
      <dgm:prSet presAssocID="{BDAD56E8-946C-ED4F-BCBC-780849351283}" presName="horz2" presStyleCnt="0"/>
      <dgm:spPr/>
    </dgm:pt>
    <dgm:pt modelId="{29B773C9-A6D4-474E-812F-924405FD708F}" type="pres">
      <dgm:prSet presAssocID="{BDAD56E8-946C-ED4F-BCBC-780849351283}" presName="horzSpace2" presStyleCnt="0"/>
      <dgm:spPr/>
    </dgm:pt>
    <dgm:pt modelId="{2ACDEB55-7015-F841-AC9A-EBB861DF914A}" type="pres">
      <dgm:prSet presAssocID="{BDAD56E8-946C-ED4F-BCBC-780849351283}" presName="tx2" presStyleLbl="revTx" presStyleIdx="1" presStyleCnt="3"/>
      <dgm:spPr/>
    </dgm:pt>
    <dgm:pt modelId="{5651BF7B-3116-424A-B6FC-886EC1B1549A}" type="pres">
      <dgm:prSet presAssocID="{BDAD56E8-946C-ED4F-BCBC-780849351283}" presName="vert2" presStyleCnt="0"/>
      <dgm:spPr/>
    </dgm:pt>
    <dgm:pt modelId="{2A729442-DF96-3F4B-9783-C8BB1D96B116}" type="pres">
      <dgm:prSet presAssocID="{BDAD56E8-946C-ED4F-BCBC-780849351283}" presName="thinLine2b" presStyleLbl="callout" presStyleIdx="0" presStyleCnt="2" custLinFactY="800000" custLinFactNeighborY="844263"/>
      <dgm:spPr>
        <a:ln>
          <a:solidFill>
            <a:schemeClr val="bg1"/>
          </a:solidFill>
        </a:ln>
      </dgm:spPr>
    </dgm:pt>
    <dgm:pt modelId="{3E1902E6-7C6E-934B-B792-CB5EB3398730}" type="pres">
      <dgm:prSet presAssocID="{BDAD56E8-946C-ED4F-BCBC-780849351283}" presName="vertSpace2b" presStyleCnt="0"/>
      <dgm:spPr/>
    </dgm:pt>
    <dgm:pt modelId="{9F66F1AC-DBD2-1942-B86F-33F53D7D77D1}" type="pres">
      <dgm:prSet presAssocID="{352E8EBB-EC80-224F-B932-70CD23591B0D}" presName="horz2" presStyleCnt="0"/>
      <dgm:spPr/>
    </dgm:pt>
    <dgm:pt modelId="{8FE6391B-A5BD-2549-B23D-53D1540EB2C5}" type="pres">
      <dgm:prSet presAssocID="{352E8EBB-EC80-224F-B932-70CD23591B0D}" presName="horzSpace2" presStyleCnt="0"/>
      <dgm:spPr/>
    </dgm:pt>
    <dgm:pt modelId="{B16E4D30-14C5-444F-AE4E-224C9FFA1DB8}" type="pres">
      <dgm:prSet presAssocID="{352E8EBB-EC80-224F-B932-70CD23591B0D}" presName="tx2" presStyleLbl="revTx" presStyleIdx="2" presStyleCnt="3"/>
      <dgm:spPr/>
    </dgm:pt>
    <dgm:pt modelId="{CCE91EC7-D11C-9145-A512-FC20831B6EC7}" type="pres">
      <dgm:prSet presAssocID="{352E8EBB-EC80-224F-B932-70CD23591B0D}" presName="vert2" presStyleCnt="0"/>
      <dgm:spPr/>
    </dgm:pt>
    <dgm:pt modelId="{82DFAB21-C0D2-1B47-8FFE-6143D2849F28}" type="pres">
      <dgm:prSet presAssocID="{352E8EBB-EC80-224F-B932-70CD23591B0D}" presName="thinLine2b" presStyleLbl="callout" presStyleIdx="1" presStyleCnt="2"/>
      <dgm:spPr/>
    </dgm:pt>
    <dgm:pt modelId="{0326FBFB-B201-8946-9815-881D0847FAB9}" type="pres">
      <dgm:prSet presAssocID="{352E8EBB-EC80-224F-B932-70CD23591B0D}" presName="vertSpace2b" presStyleCnt="0"/>
      <dgm:spPr/>
    </dgm:pt>
  </dgm:ptLst>
  <dgm:cxnLst>
    <dgm:cxn modelId="{06B98B01-6900-A540-A253-AA75291439D3}" type="presOf" srcId="{76999AC1-5B2B-9B4C-A86B-D8515B04D50E}" destId="{D7C29768-F7C9-054B-8062-D018D093BF7B}" srcOrd="0" destOrd="0" presId="urn:microsoft.com/office/officeart/2008/layout/LinedList"/>
    <dgm:cxn modelId="{E1764A23-8C7C-D04F-AFD2-0A2A8EAABECF}" srcId="{76999AC1-5B2B-9B4C-A86B-D8515B04D50E}" destId="{BDAD56E8-946C-ED4F-BCBC-780849351283}" srcOrd="0" destOrd="0" parTransId="{ED69E711-DAA6-4946-9F81-5F1789C1A9BD}" sibTransId="{ABB9D257-DF0E-D449-9E00-A2DC882BB879}"/>
    <dgm:cxn modelId="{621E0442-A842-B440-8974-47EC019F4B90}" type="presOf" srcId="{352E8EBB-EC80-224F-B932-70CD23591B0D}" destId="{B16E4D30-14C5-444F-AE4E-224C9FFA1DB8}" srcOrd="0" destOrd="0" presId="urn:microsoft.com/office/officeart/2008/layout/LinedList"/>
    <dgm:cxn modelId="{D5555680-AEB7-F046-8D55-FEDBC2CFF105}" type="presOf" srcId="{BDAD56E8-946C-ED4F-BCBC-780849351283}" destId="{2ACDEB55-7015-F841-AC9A-EBB861DF914A}" srcOrd="0" destOrd="0" presId="urn:microsoft.com/office/officeart/2008/layout/LinedList"/>
    <dgm:cxn modelId="{FF17F2AF-0CFF-AE45-BB7E-E167788272EB}" type="presOf" srcId="{A556890F-BCF2-1C4C-B5A1-20974608A7F6}" destId="{684F4E6D-C8D3-1046-993B-9EAC394B6C16}" srcOrd="0" destOrd="0" presId="urn:microsoft.com/office/officeart/2008/layout/LinedList"/>
    <dgm:cxn modelId="{0608ABC5-ED4C-0E49-A888-68156507CB26}" srcId="{A556890F-BCF2-1C4C-B5A1-20974608A7F6}" destId="{76999AC1-5B2B-9B4C-A86B-D8515B04D50E}" srcOrd="0" destOrd="0" parTransId="{9A4D4517-76FB-8D4F-9704-F99E9396E52B}" sibTransId="{A04D1550-F580-4240-862C-DB96ABC8998E}"/>
    <dgm:cxn modelId="{F7C7B7EF-BA0E-254A-8460-3BE6F5402BFE}" srcId="{76999AC1-5B2B-9B4C-A86B-D8515B04D50E}" destId="{352E8EBB-EC80-224F-B932-70CD23591B0D}" srcOrd="1" destOrd="0" parTransId="{BAF47FFE-FE77-8045-BF3D-EFD208D0EC8C}" sibTransId="{4264F068-2679-6D43-8026-58B0AEB7D469}"/>
    <dgm:cxn modelId="{92ABD2A3-0011-4747-B538-0D6242979BB9}" type="presParOf" srcId="{684F4E6D-C8D3-1046-993B-9EAC394B6C16}" destId="{8BAF91A8-0E74-DF4C-A588-EBACA2670EE6}" srcOrd="0" destOrd="0" presId="urn:microsoft.com/office/officeart/2008/layout/LinedList"/>
    <dgm:cxn modelId="{F0160017-6E5B-604A-84A3-22B743E8BAAA}" type="presParOf" srcId="{684F4E6D-C8D3-1046-993B-9EAC394B6C16}" destId="{9A2ACCBC-1707-3F4A-8679-BF2BCAC343F2}" srcOrd="1" destOrd="0" presId="urn:microsoft.com/office/officeart/2008/layout/LinedList"/>
    <dgm:cxn modelId="{D749158E-B044-6649-90C0-60A190A985FA}" type="presParOf" srcId="{9A2ACCBC-1707-3F4A-8679-BF2BCAC343F2}" destId="{D7C29768-F7C9-054B-8062-D018D093BF7B}" srcOrd="0" destOrd="0" presId="urn:microsoft.com/office/officeart/2008/layout/LinedList"/>
    <dgm:cxn modelId="{6B779585-ED7C-AF4D-B650-470B9798CD1F}" type="presParOf" srcId="{9A2ACCBC-1707-3F4A-8679-BF2BCAC343F2}" destId="{E09D5B1E-D7E5-264E-B315-7888E7AD4004}" srcOrd="1" destOrd="0" presId="urn:microsoft.com/office/officeart/2008/layout/LinedList"/>
    <dgm:cxn modelId="{F52C943D-6866-9F49-BCF6-383E8ED1222E}" type="presParOf" srcId="{E09D5B1E-D7E5-264E-B315-7888E7AD4004}" destId="{04145C9B-3938-1C41-B525-D4AC8BD67091}" srcOrd="0" destOrd="0" presId="urn:microsoft.com/office/officeart/2008/layout/LinedList"/>
    <dgm:cxn modelId="{9CA6769E-4A74-2342-8074-AA55984A4748}" type="presParOf" srcId="{E09D5B1E-D7E5-264E-B315-7888E7AD4004}" destId="{072B57EA-CE50-FE4B-AF2C-4DFF08E2A307}" srcOrd="1" destOrd="0" presId="urn:microsoft.com/office/officeart/2008/layout/LinedList"/>
    <dgm:cxn modelId="{94771B75-A3B5-C945-971B-92818C540AED}" type="presParOf" srcId="{072B57EA-CE50-FE4B-AF2C-4DFF08E2A307}" destId="{29B773C9-A6D4-474E-812F-924405FD708F}" srcOrd="0" destOrd="0" presId="urn:microsoft.com/office/officeart/2008/layout/LinedList"/>
    <dgm:cxn modelId="{AD39F010-DF1B-EF43-9E7F-B03FB71EA159}" type="presParOf" srcId="{072B57EA-CE50-FE4B-AF2C-4DFF08E2A307}" destId="{2ACDEB55-7015-F841-AC9A-EBB861DF914A}" srcOrd="1" destOrd="0" presId="urn:microsoft.com/office/officeart/2008/layout/LinedList"/>
    <dgm:cxn modelId="{B336D59D-CA14-F54A-8880-8028974922BF}" type="presParOf" srcId="{072B57EA-CE50-FE4B-AF2C-4DFF08E2A307}" destId="{5651BF7B-3116-424A-B6FC-886EC1B1549A}" srcOrd="2" destOrd="0" presId="urn:microsoft.com/office/officeart/2008/layout/LinedList"/>
    <dgm:cxn modelId="{16321C9D-A68C-004F-B3D3-DEA8CAC7054D}" type="presParOf" srcId="{E09D5B1E-D7E5-264E-B315-7888E7AD4004}" destId="{2A729442-DF96-3F4B-9783-C8BB1D96B116}" srcOrd="2" destOrd="0" presId="urn:microsoft.com/office/officeart/2008/layout/LinedList"/>
    <dgm:cxn modelId="{6A4DE820-6C50-034D-9BD2-4339E936992B}" type="presParOf" srcId="{E09D5B1E-D7E5-264E-B315-7888E7AD4004}" destId="{3E1902E6-7C6E-934B-B792-CB5EB3398730}" srcOrd="3" destOrd="0" presId="urn:microsoft.com/office/officeart/2008/layout/LinedList"/>
    <dgm:cxn modelId="{09A11C3C-FE77-1C47-9611-C00782A509A7}" type="presParOf" srcId="{E09D5B1E-D7E5-264E-B315-7888E7AD4004}" destId="{9F66F1AC-DBD2-1942-B86F-33F53D7D77D1}" srcOrd="4" destOrd="0" presId="urn:microsoft.com/office/officeart/2008/layout/LinedList"/>
    <dgm:cxn modelId="{507B10AE-BD10-1C43-8DDA-8BB03A514A63}" type="presParOf" srcId="{9F66F1AC-DBD2-1942-B86F-33F53D7D77D1}" destId="{8FE6391B-A5BD-2549-B23D-53D1540EB2C5}" srcOrd="0" destOrd="0" presId="urn:microsoft.com/office/officeart/2008/layout/LinedList"/>
    <dgm:cxn modelId="{0F9D9E6B-595D-CF4F-BE19-93B402525A1A}" type="presParOf" srcId="{9F66F1AC-DBD2-1942-B86F-33F53D7D77D1}" destId="{B16E4D30-14C5-444F-AE4E-224C9FFA1DB8}" srcOrd="1" destOrd="0" presId="urn:microsoft.com/office/officeart/2008/layout/LinedList"/>
    <dgm:cxn modelId="{657CC14B-310A-5D44-A1B8-B02E27232EC3}" type="presParOf" srcId="{9F66F1AC-DBD2-1942-B86F-33F53D7D77D1}" destId="{CCE91EC7-D11C-9145-A512-FC20831B6EC7}" srcOrd="2" destOrd="0" presId="urn:microsoft.com/office/officeart/2008/layout/LinedList"/>
    <dgm:cxn modelId="{80FBA776-2B2D-F14E-8DCD-38602C93240E}" type="presParOf" srcId="{E09D5B1E-D7E5-264E-B315-7888E7AD4004}" destId="{82DFAB21-C0D2-1B47-8FFE-6143D2849F28}" srcOrd="5" destOrd="0" presId="urn:microsoft.com/office/officeart/2008/layout/LinedList"/>
    <dgm:cxn modelId="{EDA40734-D936-D042-9876-C204FB075D53}" type="presParOf" srcId="{E09D5B1E-D7E5-264E-B315-7888E7AD4004}" destId="{0326FBFB-B201-8946-9815-881D0847FAB9}" srcOrd="6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2282A74-D35E-914B-81CD-953B68F50298}" type="doc">
      <dgm:prSet loTypeId="urn:microsoft.com/office/officeart/2005/8/layout/hList1" loCatId="" qsTypeId="urn:microsoft.com/office/officeart/2005/8/quickstyle/simple5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0E81084C-665F-7A40-8621-288823A6D91A}">
      <dgm:prSet phldrT="[Text]" custT="1"/>
      <dgm:spPr/>
      <dgm:t>
        <a:bodyPr/>
        <a:lstStyle/>
        <a:p>
          <a:pPr>
            <a:buNone/>
          </a:pPr>
          <a:r>
            <a:rPr lang="en-US" sz="900" b="1" i="0" u="none" dirty="0">
              <a:latin typeface="Helvetica" pitchFamily="2" charset="0"/>
            </a:rPr>
            <a:t>Input</a:t>
          </a:r>
        </a:p>
        <a:p>
          <a:pPr>
            <a:buNone/>
          </a:pPr>
          <a:endParaRPr lang="en-US" sz="900" b="0" i="0" u="none" dirty="0">
            <a:latin typeface="Helvetica" pitchFamily="2" charset="0"/>
          </a:endParaRPr>
        </a:p>
      </dgm:t>
    </dgm:pt>
    <dgm:pt modelId="{1CBBBB53-AAE7-2345-AE28-887B3639C26B}" type="parTrans" cxnId="{59CD392A-6EA6-5B40-B0F6-2FCF0F00010F}">
      <dgm:prSet/>
      <dgm:spPr/>
      <dgm:t>
        <a:bodyPr/>
        <a:lstStyle/>
        <a:p>
          <a:endParaRPr lang="en-US"/>
        </a:p>
      </dgm:t>
    </dgm:pt>
    <dgm:pt modelId="{F9617641-F587-814E-95E8-73095EFA605F}" type="sibTrans" cxnId="{59CD392A-6EA6-5B40-B0F6-2FCF0F00010F}">
      <dgm:prSet/>
      <dgm:spPr/>
      <dgm:t>
        <a:bodyPr/>
        <a:lstStyle/>
        <a:p>
          <a:endParaRPr lang="en-US"/>
        </a:p>
      </dgm:t>
    </dgm:pt>
    <dgm:pt modelId="{F4D66D96-F046-5B44-B0C7-051EC1EE70AE}">
      <dgm:prSet phldrT="[Text]" custT="1"/>
      <dgm:spPr/>
      <dgm:t>
        <a:bodyPr/>
        <a:lstStyle/>
        <a:p>
          <a:pPr>
            <a:buFont typeface="Arial" panose="020B0604020202020204" pitchFamily="34" charset="0"/>
            <a:buNone/>
          </a:pPr>
          <a:r>
            <a:rPr lang="en-US" sz="900" b="0" i="1" u="none" dirty="0">
              <a:latin typeface="Helvetica" pitchFamily="2" charset="0"/>
            </a:rPr>
            <a:t>Normalized expression + metadata</a:t>
          </a:r>
          <a:endParaRPr lang="en-US" sz="900" b="0" i="1" dirty="0">
            <a:latin typeface="Helvetica" pitchFamily="2" charset="0"/>
          </a:endParaRPr>
        </a:p>
      </dgm:t>
    </dgm:pt>
    <dgm:pt modelId="{41D1D2CD-A962-6344-8EAB-396463A7D4D6}" type="parTrans" cxnId="{79403F68-0ED2-3A4B-96C7-A7B1EF47F483}">
      <dgm:prSet/>
      <dgm:spPr/>
      <dgm:t>
        <a:bodyPr/>
        <a:lstStyle/>
        <a:p>
          <a:endParaRPr lang="en-US"/>
        </a:p>
      </dgm:t>
    </dgm:pt>
    <dgm:pt modelId="{ECD85B36-06EE-EF47-BBF9-E11DDAE13C9D}" type="sibTrans" cxnId="{79403F68-0ED2-3A4B-96C7-A7B1EF47F483}">
      <dgm:prSet/>
      <dgm:spPr/>
      <dgm:t>
        <a:bodyPr/>
        <a:lstStyle/>
        <a:p>
          <a:endParaRPr lang="en-US"/>
        </a:p>
      </dgm:t>
    </dgm:pt>
    <dgm:pt modelId="{701A8435-98D4-3549-BD60-C83F7E74F191}">
      <dgm:prSet phldrT="[Text]" custT="1"/>
      <dgm:spPr/>
      <dgm:t>
        <a:bodyPr/>
        <a:lstStyle/>
        <a:p>
          <a:pPr>
            <a:buNone/>
          </a:pPr>
          <a:r>
            <a:rPr lang="en-US" sz="900" b="1" i="0" u="none" dirty="0">
              <a:latin typeface="Helvetica" pitchFamily="2" charset="0"/>
            </a:rPr>
            <a:t>Differential expression analysis</a:t>
          </a:r>
        </a:p>
        <a:p>
          <a:pPr>
            <a:buNone/>
          </a:pPr>
          <a:endParaRPr lang="en-US" sz="900" b="0" i="0" u="none" dirty="0">
            <a:latin typeface="Helvetica" pitchFamily="2" charset="0"/>
          </a:endParaRPr>
        </a:p>
      </dgm:t>
    </dgm:pt>
    <dgm:pt modelId="{AA94539B-16F3-1340-B145-AC6AD18F9868}" type="parTrans" cxnId="{71C0873A-138D-1E4E-BD2E-DE64A51E3036}">
      <dgm:prSet/>
      <dgm:spPr/>
      <dgm:t>
        <a:bodyPr/>
        <a:lstStyle/>
        <a:p>
          <a:endParaRPr lang="en-US"/>
        </a:p>
      </dgm:t>
    </dgm:pt>
    <dgm:pt modelId="{A7654FA2-6DEE-1B48-972E-B979A9FF376C}" type="sibTrans" cxnId="{71C0873A-138D-1E4E-BD2E-DE64A51E3036}">
      <dgm:prSet/>
      <dgm:spPr/>
      <dgm:t>
        <a:bodyPr/>
        <a:lstStyle/>
        <a:p>
          <a:endParaRPr lang="en-US"/>
        </a:p>
      </dgm:t>
    </dgm:pt>
    <dgm:pt modelId="{AB2CDD92-925D-204B-A59B-AD5220182575}">
      <dgm:prSet phldrT="[Text]" custT="1"/>
      <dgm:spPr/>
      <dgm:t>
        <a:bodyPr/>
        <a:lstStyle/>
        <a:p>
          <a:pPr>
            <a:buFont typeface="Arial" panose="020B0604020202020204" pitchFamily="34" charset="0"/>
            <a:buNone/>
          </a:pPr>
          <a:r>
            <a:rPr lang="en-US" sz="900" b="0" i="1" u="none" dirty="0">
              <a:latin typeface="Helvetica" pitchFamily="2" charset="0"/>
            </a:rPr>
            <a:t>Linear modeling of gene expression</a:t>
          </a:r>
          <a:r>
            <a:rPr lang="en-US" sz="900" b="0" i="1" dirty="0">
              <a:latin typeface="Helvetica" pitchFamily="2" charset="0"/>
            </a:rPr>
            <a:t>)</a:t>
          </a:r>
          <a:endParaRPr lang="en-US" sz="900" i="1" dirty="0">
            <a:latin typeface="Helvetica" pitchFamily="2" charset="0"/>
          </a:endParaRPr>
        </a:p>
      </dgm:t>
    </dgm:pt>
    <dgm:pt modelId="{BB6D2DB1-3495-6641-AFC0-C75BABE8BE91}" type="parTrans" cxnId="{1D7D1D4F-E9DF-2A46-B465-7A91AE5511A5}">
      <dgm:prSet/>
      <dgm:spPr/>
      <dgm:t>
        <a:bodyPr/>
        <a:lstStyle/>
        <a:p>
          <a:endParaRPr lang="en-US"/>
        </a:p>
      </dgm:t>
    </dgm:pt>
    <dgm:pt modelId="{475C5DCB-9A7A-D644-A08F-1E3BE812A6D8}" type="sibTrans" cxnId="{1D7D1D4F-E9DF-2A46-B465-7A91AE5511A5}">
      <dgm:prSet/>
      <dgm:spPr/>
      <dgm:t>
        <a:bodyPr/>
        <a:lstStyle/>
        <a:p>
          <a:endParaRPr lang="en-US"/>
        </a:p>
      </dgm:t>
    </dgm:pt>
    <dgm:pt modelId="{302C2F8C-9826-564C-A000-48765F3B1F5D}">
      <dgm:prSet phldrT="[Text]" custT="1"/>
      <dgm:spPr/>
      <dgm:t>
        <a:bodyPr/>
        <a:lstStyle/>
        <a:p>
          <a:pPr>
            <a:buFont typeface="Arial" panose="020B0604020202020204" pitchFamily="34" charset="0"/>
            <a:buNone/>
          </a:pPr>
          <a:r>
            <a:rPr lang="en-US" sz="900" b="0" i="1" u="none" dirty="0">
              <a:latin typeface="Helvetica" pitchFamily="2" charset="0"/>
            </a:rPr>
            <a:t>Differential expression tables</a:t>
          </a:r>
          <a:endParaRPr lang="en-US" sz="900" i="1" dirty="0">
            <a:latin typeface="Helvetica" pitchFamily="2" charset="0"/>
          </a:endParaRPr>
        </a:p>
      </dgm:t>
    </dgm:pt>
    <dgm:pt modelId="{60D42DB4-E70E-B741-A26F-9D43DDA212C5}" type="parTrans" cxnId="{A5CD4B6C-4EAF-CD47-8294-14EEB55F4CF8}">
      <dgm:prSet/>
      <dgm:spPr/>
      <dgm:t>
        <a:bodyPr/>
        <a:lstStyle/>
        <a:p>
          <a:endParaRPr lang="en-US"/>
        </a:p>
      </dgm:t>
    </dgm:pt>
    <dgm:pt modelId="{5C1D84D5-F2C3-1746-8EE5-90B342862AB0}" type="sibTrans" cxnId="{A5CD4B6C-4EAF-CD47-8294-14EEB55F4CF8}">
      <dgm:prSet/>
      <dgm:spPr/>
      <dgm:t>
        <a:bodyPr/>
        <a:lstStyle/>
        <a:p>
          <a:endParaRPr lang="en-US"/>
        </a:p>
      </dgm:t>
    </dgm:pt>
    <dgm:pt modelId="{6800FABE-AB0E-2243-8CCB-75294127D6A9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900" dirty="0">
              <a:latin typeface="Helvetica" pitchFamily="2" charset="0"/>
            </a:rPr>
            <a:t>samples × genes</a:t>
          </a:r>
        </a:p>
      </dgm:t>
    </dgm:pt>
    <dgm:pt modelId="{F32FCCFE-31DD-F84B-86A6-770DAB35C8FB}" type="parTrans" cxnId="{BA9A3CBB-AA46-604F-A6A2-E2628ECCA894}">
      <dgm:prSet/>
      <dgm:spPr/>
      <dgm:t>
        <a:bodyPr/>
        <a:lstStyle/>
        <a:p>
          <a:endParaRPr lang="en-US"/>
        </a:p>
      </dgm:t>
    </dgm:pt>
    <dgm:pt modelId="{977EB8A6-A7B6-C74F-A45E-D6C790DCF009}" type="sibTrans" cxnId="{BA9A3CBB-AA46-604F-A6A2-E2628ECCA894}">
      <dgm:prSet/>
      <dgm:spPr/>
      <dgm:t>
        <a:bodyPr/>
        <a:lstStyle/>
        <a:p>
          <a:endParaRPr lang="en-US"/>
        </a:p>
      </dgm:t>
    </dgm:pt>
    <dgm:pt modelId="{E09B1F53-129E-8249-AEEF-FB033B3A5D94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900" dirty="0">
              <a:latin typeface="Helvetica" pitchFamily="2" charset="0"/>
            </a:rPr>
            <a:t>activation time</a:t>
          </a:r>
        </a:p>
      </dgm:t>
    </dgm:pt>
    <dgm:pt modelId="{28245792-1298-5E47-8A2A-79903EB044CF}" type="parTrans" cxnId="{11F94946-96ED-454D-AC18-E6BD28FA8268}">
      <dgm:prSet/>
      <dgm:spPr/>
      <dgm:t>
        <a:bodyPr/>
        <a:lstStyle/>
        <a:p>
          <a:endParaRPr lang="en-US"/>
        </a:p>
      </dgm:t>
    </dgm:pt>
    <dgm:pt modelId="{71F77F02-C259-C740-8BE7-3AAE5AA5CE93}" type="sibTrans" cxnId="{11F94946-96ED-454D-AC18-E6BD28FA8268}">
      <dgm:prSet/>
      <dgm:spPr/>
      <dgm:t>
        <a:bodyPr/>
        <a:lstStyle/>
        <a:p>
          <a:endParaRPr lang="en-US"/>
        </a:p>
      </dgm:t>
    </dgm:pt>
    <dgm:pt modelId="{4B82FEA6-0005-4E48-9B77-482E895B516F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900" dirty="0">
              <a:latin typeface="Helvetica" pitchFamily="2" charset="0"/>
            </a:rPr>
            <a:t>perturbation (RHOG / </a:t>
          </a:r>
          <a:r>
            <a:rPr lang="en-US" sz="900" dirty="0" err="1">
              <a:latin typeface="Helvetica" pitchFamily="2" charset="0"/>
            </a:rPr>
            <a:t>SafeHarbor</a:t>
          </a:r>
          <a:r>
            <a:rPr lang="en-US" sz="900" dirty="0">
              <a:latin typeface="Helvetica" pitchFamily="2" charset="0"/>
            </a:rPr>
            <a:t>)</a:t>
          </a:r>
        </a:p>
      </dgm:t>
    </dgm:pt>
    <dgm:pt modelId="{B4DD944A-D5B9-AF42-B845-B36C0DE4D9E3}" type="parTrans" cxnId="{B412166C-8C03-8D46-B276-DDADA2D22884}">
      <dgm:prSet/>
      <dgm:spPr/>
      <dgm:t>
        <a:bodyPr/>
        <a:lstStyle/>
        <a:p>
          <a:endParaRPr lang="en-US"/>
        </a:p>
      </dgm:t>
    </dgm:pt>
    <dgm:pt modelId="{EDF6518B-2FE9-114F-A472-E2EF2B3127F2}" type="sibTrans" cxnId="{B412166C-8C03-8D46-B276-DDADA2D22884}">
      <dgm:prSet/>
      <dgm:spPr/>
      <dgm:t>
        <a:bodyPr/>
        <a:lstStyle/>
        <a:p>
          <a:endParaRPr lang="en-US"/>
        </a:p>
      </dgm:t>
    </dgm:pt>
    <dgm:pt modelId="{EFFEC21E-48DF-7943-AF91-AA2559DECB59}">
      <dgm:prSet custT="1"/>
      <dgm:spPr/>
      <dgm:t>
        <a:bodyPr/>
        <a:lstStyle/>
        <a:p>
          <a:pPr>
            <a:buFont typeface="Courier New" panose="02070309020205020404" pitchFamily="49" charset="0"/>
            <a:buChar char="o"/>
          </a:pPr>
          <a:r>
            <a:rPr lang="en-US" sz="900" b="0" i="0" u="none" dirty="0">
              <a:latin typeface="Helvetica" pitchFamily="2" charset="0"/>
            </a:rPr>
            <a:t>Late vs Early activation</a:t>
          </a:r>
        </a:p>
      </dgm:t>
    </dgm:pt>
    <dgm:pt modelId="{F523FD2A-E716-DD42-84F2-843AF8AFEC6D}" type="parTrans" cxnId="{006C6FD5-E5DE-EA48-9C9D-686B338A1B01}">
      <dgm:prSet/>
      <dgm:spPr/>
      <dgm:t>
        <a:bodyPr/>
        <a:lstStyle/>
        <a:p>
          <a:endParaRPr lang="en-US"/>
        </a:p>
      </dgm:t>
    </dgm:pt>
    <dgm:pt modelId="{B6AE7174-648A-164D-A23F-13A9BAF6E459}" type="sibTrans" cxnId="{006C6FD5-E5DE-EA48-9C9D-686B338A1B01}">
      <dgm:prSet/>
      <dgm:spPr/>
      <dgm:t>
        <a:bodyPr/>
        <a:lstStyle/>
        <a:p>
          <a:endParaRPr lang="en-US"/>
        </a:p>
      </dgm:t>
    </dgm:pt>
    <dgm:pt modelId="{80F623A2-663E-7C43-A716-4C569470CBF7}">
      <dgm:prSet custT="1"/>
      <dgm:spPr/>
      <dgm:t>
        <a:bodyPr/>
        <a:lstStyle/>
        <a:p>
          <a:pPr>
            <a:buFont typeface="Courier New" panose="02070309020205020404" pitchFamily="49" charset="0"/>
            <a:buChar char="o"/>
          </a:pPr>
          <a:r>
            <a:rPr lang="en-US" sz="900" b="0" i="0" u="none" dirty="0">
              <a:latin typeface="Helvetica" pitchFamily="2" charset="0"/>
            </a:rPr>
            <a:t>RHOG vs </a:t>
          </a:r>
          <a:r>
            <a:rPr lang="en-US" sz="900" b="0" i="0" u="none" dirty="0" err="1">
              <a:latin typeface="Helvetica" pitchFamily="2" charset="0"/>
            </a:rPr>
            <a:t>SafeHarbor</a:t>
          </a:r>
          <a:r>
            <a:rPr lang="en-US" sz="900" b="0" i="0" u="none" dirty="0">
              <a:latin typeface="Helvetica" pitchFamily="2" charset="0"/>
            </a:rPr>
            <a:t> (time-matched)</a:t>
          </a:r>
        </a:p>
      </dgm:t>
    </dgm:pt>
    <dgm:pt modelId="{1C7E42E7-A0FA-1248-AE8F-41015BD85AB2}" type="parTrans" cxnId="{0506FC1D-688F-F446-B875-30A149D54B15}">
      <dgm:prSet/>
      <dgm:spPr/>
      <dgm:t>
        <a:bodyPr/>
        <a:lstStyle/>
        <a:p>
          <a:endParaRPr lang="en-US"/>
        </a:p>
      </dgm:t>
    </dgm:pt>
    <dgm:pt modelId="{1AA32129-003F-3646-BA15-AB7FCA45FC7C}" type="sibTrans" cxnId="{0506FC1D-688F-F446-B875-30A149D54B15}">
      <dgm:prSet/>
      <dgm:spPr/>
      <dgm:t>
        <a:bodyPr/>
        <a:lstStyle/>
        <a:p>
          <a:endParaRPr lang="en-US"/>
        </a:p>
      </dgm:t>
    </dgm:pt>
    <dgm:pt modelId="{EDC322EC-8913-FA44-BFEA-EB8A17064908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900" b="0" i="0" u="none" dirty="0">
              <a:latin typeface="Helvetica" pitchFamily="2" charset="0"/>
            </a:rPr>
            <a:t>effect size: log2 fold-change</a:t>
          </a:r>
        </a:p>
      </dgm:t>
    </dgm:pt>
    <dgm:pt modelId="{9BCF0AE0-2029-1A40-8350-CB0F4397C2D3}" type="parTrans" cxnId="{E6064E99-41BD-C841-A363-6A02652A46FC}">
      <dgm:prSet/>
      <dgm:spPr/>
      <dgm:t>
        <a:bodyPr/>
        <a:lstStyle/>
        <a:p>
          <a:endParaRPr lang="en-US"/>
        </a:p>
      </dgm:t>
    </dgm:pt>
    <dgm:pt modelId="{0825AF95-132F-F041-A302-2CDAD65F9E1A}" type="sibTrans" cxnId="{E6064E99-41BD-C841-A363-6A02652A46FC}">
      <dgm:prSet/>
      <dgm:spPr/>
      <dgm:t>
        <a:bodyPr/>
        <a:lstStyle/>
        <a:p>
          <a:endParaRPr lang="en-US"/>
        </a:p>
      </dgm:t>
    </dgm:pt>
    <dgm:pt modelId="{6C06993D-B491-964D-B99D-8C27CDDA630B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900" b="0" i="0" u="none" dirty="0">
              <a:latin typeface="Helvetica" pitchFamily="2" charset="0"/>
            </a:rPr>
            <a:t>significance: FDR-adjusted p-values</a:t>
          </a:r>
        </a:p>
      </dgm:t>
    </dgm:pt>
    <dgm:pt modelId="{5E36E03B-10B5-AA4A-AF14-2BF4C803554B}" type="parTrans" cxnId="{7C57A779-9B75-A441-8E4B-7FCEA3F0AD8A}">
      <dgm:prSet/>
      <dgm:spPr/>
      <dgm:t>
        <a:bodyPr/>
        <a:lstStyle/>
        <a:p>
          <a:endParaRPr lang="en-US"/>
        </a:p>
      </dgm:t>
    </dgm:pt>
    <dgm:pt modelId="{67B889D3-AEEF-F940-9B04-FF8883885EAC}" type="sibTrans" cxnId="{7C57A779-9B75-A441-8E4B-7FCEA3F0AD8A}">
      <dgm:prSet/>
      <dgm:spPr/>
      <dgm:t>
        <a:bodyPr/>
        <a:lstStyle/>
        <a:p>
          <a:endParaRPr lang="en-US"/>
        </a:p>
      </dgm:t>
    </dgm:pt>
    <dgm:pt modelId="{F5EE2E8D-178D-904E-9DA7-1D4E95E8904A}">
      <dgm:prSet custT="1"/>
      <dgm:spPr/>
      <dgm:t>
        <a:bodyPr/>
        <a:lstStyle/>
        <a:p>
          <a:pPr>
            <a:buNone/>
          </a:pPr>
          <a:r>
            <a:rPr lang="en-US" sz="900" b="0" i="0" u="none" dirty="0" err="1">
              <a:latin typeface="Helvetica" pitchFamily="2" charset="0"/>
            </a:rPr>
            <a:t>analysis_utils</a:t>
          </a:r>
          <a:r>
            <a:rPr lang="en-US" sz="900" b="0" i="0" u="none" dirty="0">
              <a:latin typeface="Helvetica" pitchFamily="2" charset="0"/>
            </a:rPr>
            <a:t>/</a:t>
          </a:r>
          <a:r>
            <a:rPr lang="en-US" sz="900" b="0" i="0" u="none" dirty="0" err="1">
              <a:latin typeface="Helvetica" pitchFamily="2" charset="0"/>
            </a:rPr>
            <a:t>de_utils.py</a:t>
          </a:r>
          <a:endParaRPr lang="en-US" sz="900" b="0" i="0" u="none" dirty="0">
            <a:latin typeface="Helvetica" pitchFamily="2" charset="0"/>
          </a:endParaRPr>
        </a:p>
      </dgm:t>
    </dgm:pt>
    <dgm:pt modelId="{DF8D65B8-25DC-D441-98A2-4CAB6B8F24C7}" type="parTrans" cxnId="{6937C344-7C7A-014A-8D8C-A4E2F499D4F4}">
      <dgm:prSet/>
      <dgm:spPr/>
      <dgm:t>
        <a:bodyPr/>
        <a:lstStyle/>
        <a:p>
          <a:endParaRPr lang="en-US"/>
        </a:p>
      </dgm:t>
    </dgm:pt>
    <dgm:pt modelId="{A73376B5-9D5D-564D-B637-2739907ED8E0}" type="sibTrans" cxnId="{6937C344-7C7A-014A-8D8C-A4E2F499D4F4}">
      <dgm:prSet/>
      <dgm:spPr/>
      <dgm:t>
        <a:bodyPr/>
        <a:lstStyle/>
        <a:p>
          <a:endParaRPr lang="en-US"/>
        </a:p>
      </dgm:t>
    </dgm:pt>
    <dgm:pt modelId="{820B0744-2C7F-1B4D-B396-CAF01C0D130F}">
      <dgm:prSet custT="1"/>
      <dgm:spPr/>
      <dgm:t>
        <a:bodyPr/>
        <a:lstStyle/>
        <a:p>
          <a:pPr>
            <a:buNone/>
          </a:pPr>
          <a:r>
            <a:rPr lang="en-US" sz="900" b="1" i="0" u="none" dirty="0">
              <a:latin typeface="Helvetica" pitchFamily="2" charset="0"/>
            </a:rPr>
            <a:t>Gene-level outputs</a:t>
          </a:r>
        </a:p>
        <a:p>
          <a:pPr>
            <a:buNone/>
          </a:pPr>
          <a:endParaRPr lang="en-US" sz="900" b="0" i="0" u="none" dirty="0">
            <a:latin typeface="Helvetica" pitchFamily="2" charset="0"/>
          </a:endParaRPr>
        </a:p>
      </dgm:t>
    </dgm:pt>
    <dgm:pt modelId="{A29767F3-5AAC-7F40-A768-8C804FBECD15}" type="parTrans" cxnId="{D13DC4DA-FE84-BD46-8EEA-890AADE0EB69}">
      <dgm:prSet/>
      <dgm:spPr/>
      <dgm:t>
        <a:bodyPr/>
        <a:lstStyle/>
        <a:p>
          <a:endParaRPr lang="en-US"/>
        </a:p>
      </dgm:t>
    </dgm:pt>
    <dgm:pt modelId="{51920D77-AA92-EB47-8544-CA4FC67E76CF}" type="sibTrans" cxnId="{D13DC4DA-FE84-BD46-8EEA-890AADE0EB69}">
      <dgm:prSet/>
      <dgm:spPr/>
      <dgm:t>
        <a:bodyPr/>
        <a:lstStyle/>
        <a:p>
          <a:endParaRPr lang="en-US"/>
        </a:p>
      </dgm:t>
    </dgm:pt>
    <dgm:pt modelId="{7436DB42-B52C-884E-A6D7-8ADB46043202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900" b="0" i="0" u="none" dirty="0">
              <a:latin typeface="Helvetica" pitchFamily="2" charset="0"/>
            </a:rPr>
            <a:t>FDR</a:t>
          </a:r>
        </a:p>
      </dgm:t>
    </dgm:pt>
    <dgm:pt modelId="{0F167388-B0AB-914D-BB9A-289A79674926}" type="parTrans" cxnId="{25C5CD51-7AE8-6740-8056-FDC273A28EC7}">
      <dgm:prSet/>
      <dgm:spPr/>
      <dgm:t>
        <a:bodyPr/>
        <a:lstStyle/>
        <a:p>
          <a:endParaRPr lang="en-US"/>
        </a:p>
      </dgm:t>
    </dgm:pt>
    <dgm:pt modelId="{2D41F13B-5CA8-3E4D-BEC0-330042C5E32F}" type="sibTrans" cxnId="{25C5CD51-7AE8-6740-8056-FDC273A28EC7}">
      <dgm:prSet/>
      <dgm:spPr/>
      <dgm:t>
        <a:bodyPr/>
        <a:lstStyle/>
        <a:p>
          <a:endParaRPr lang="en-US"/>
        </a:p>
      </dgm:t>
    </dgm:pt>
    <dgm:pt modelId="{B254D69F-715E-0243-A524-5971AF84E0A5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900" b="0" i="0" u="none" dirty="0">
              <a:latin typeface="Helvetica" pitchFamily="2" charset="0"/>
            </a:rPr>
            <a:t>gene symbols</a:t>
          </a:r>
        </a:p>
      </dgm:t>
    </dgm:pt>
    <dgm:pt modelId="{BF206AE7-9C8F-824D-983C-E6BED96A1939}" type="parTrans" cxnId="{774207C0-DCEB-7C4B-BBCC-17DB9F175511}">
      <dgm:prSet/>
      <dgm:spPr/>
      <dgm:t>
        <a:bodyPr/>
        <a:lstStyle/>
        <a:p>
          <a:endParaRPr lang="en-US"/>
        </a:p>
      </dgm:t>
    </dgm:pt>
    <dgm:pt modelId="{BD7EB29D-6E3A-FE46-A5DC-7F37B509AEE9}" type="sibTrans" cxnId="{774207C0-DCEB-7C4B-BBCC-17DB9F175511}">
      <dgm:prSet/>
      <dgm:spPr/>
      <dgm:t>
        <a:bodyPr/>
        <a:lstStyle/>
        <a:p>
          <a:endParaRPr lang="en-US"/>
        </a:p>
      </dgm:t>
    </dgm:pt>
    <dgm:pt modelId="{2128AB4E-2A43-B342-AB0C-88935E772827}">
      <dgm:prSet custT="1"/>
      <dgm:spPr/>
      <dgm:t>
        <a:bodyPr/>
        <a:lstStyle/>
        <a:p>
          <a:pPr>
            <a:buNone/>
          </a:pPr>
          <a:r>
            <a:rPr lang="en-US" sz="900" b="0" i="0" u="none" dirty="0">
              <a:latin typeface="Helvetica" pitchFamily="2" charset="0"/>
            </a:rPr>
            <a:t>Saved as:</a:t>
          </a:r>
        </a:p>
      </dgm:t>
    </dgm:pt>
    <dgm:pt modelId="{C3A772BA-76E5-6342-9ADD-330974B7EF3F}" type="parTrans" cxnId="{2808E7A8-6DC3-5440-BBF4-7857551E537B}">
      <dgm:prSet/>
      <dgm:spPr/>
      <dgm:t>
        <a:bodyPr/>
        <a:lstStyle/>
        <a:p>
          <a:endParaRPr lang="en-US"/>
        </a:p>
      </dgm:t>
    </dgm:pt>
    <dgm:pt modelId="{B5E5F56A-8B91-3D4E-A196-9E6D67A89E0C}" type="sibTrans" cxnId="{2808E7A8-6DC3-5440-BBF4-7857551E537B}">
      <dgm:prSet/>
      <dgm:spPr/>
      <dgm:t>
        <a:bodyPr/>
        <a:lstStyle/>
        <a:p>
          <a:endParaRPr lang="en-US"/>
        </a:p>
      </dgm:t>
    </dgm:pt>
    <dgm:pt modelId="{0D51397D-05CB-0A42-8F9E-E55E20A37A6B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900" b="0" i="0" u="none" dirty="0">
              <a:latin typeface="Helvetica" pitchFamily="2" charset="0"/>
            </a:rPr>
            <a:t>results/de/</a:t>
          </a:r>
          <a:r>
            <a:rPr lang="en-US" sz="900" b="0" i="0" u="none" dirty="0" err="1">
              <a:latin typeface="Helvetica" pitchFamily="2" charset="0"/>
            </a:rPr>
            <a:t>de_late_vs</a:t>
          </a:r>
          <a:r>
            <a:rPr lang="en-US" sz="900" b="0" i="0" u="none" dirty="0">
              <a:latin typeface="Helvetica" pitchFamily="2" charset="0"/>
            </a:rPr>
            <a:t>_</a:t>
          </a:r>
        </a:p>
      </dgm:t>
    </dgm:pt>
    <dgm:pt modelId="{F4DCD1F3-8518-7944-BCEA-B15D5E13825C}" type="parTrans" cxnId="{8CB21296-6281-DF4A-8361-D0CBE5817B22}">
      <dgm:prSet/>
      <dgm:spPr/>
      <dgm:t>
        <a:bodyPr/>
        <a:lstStyle/>
        <a:p>
          <a:endParaRPr lang="en-US"/>
        </a:p>
      </dgm:t>
    </dgm:pt>
    <dgm:pt modelId="{9A681BA8-F3B8-294B-A33F-86DD13034254}" type="sibTrans" cxnId="{8CB21296-6281-DF4A-8361-D0CBE5817B22}">
      <dgm:prSet/>
      <dgm:spPr/>
      <dgm:t>
        <a:bodyPr/>
        <a:lstStyle/>
        <a:p>
          <a:endParaRPr lang="en-US"/>
        </a:p>
      </dgm:t>
    </dgm:pt>
    <dgm:pt modelId="{7DEEE778-FB69-3D44-9697-B17E09D7B2DB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900" b="0" i="0" u="none" dirty="0">
              <a:latin typeface="Helvetica" pitchFamily="2" charset="0"/>
            </a:rPr>
            <a:t>results/de/de_rhog_vs_safe_0h.csv</a:t>
          </a:r>
        </a:p>
      </dgm:t>
    </dgm:pt>
    <dgm:pt modelId="{6F75C5DE-68E0-1149-9171-19614592D551}" type="parTrans" cxnId="{F29689AB-7B13-CD4B-99A8-C47FF39B0124}">
      <dgm:prSet/>
      <dgm:spPr/>
      <dgm:t>
        <a:bodyPr/>
        <a:lstStyle/>
        <a:p>
          <a:endParaRPr lang="en-US"/>
        </a:p>
      </dgm:t>
    </dgm:pt>
    <dgm:pt modelId="{40D5D2E3-91EA-7B48-91C1-C8B9192874F2}" type="sibTrans" cxnId="{F29689AB-7B13-CD4B-99A8-C47FF39B0124}">
      <dgm:prSet/>
      <dgm:spPr/>
      <dgm:t>
        <a:bodyPr/>
        <a:lstStyle/>
        <a:p>
          <a:endParaRPr lang="en-US"/>
        </a:p>
      </dgm:t>
    </dgm:pt>
    <dgm:pt modelId="{3C31C087-F44D-3242-BEF1-1419442F0CB5}">
      <dgm:prSet custT="1"/>
      <dgm:spPr/>
      <dgm:t>
        <a:bodyPr/>
        <a:lstStyle/>
        <a:p>
          <a:pPr>
            <a:buNone/>
          </a:pPr>
          <a:r>
            <a:rPr lang="en-US" sz="900" b="1" i="0" u="none" dirty="0">
              <a:latin typeface="Helvetica" pitchFamily="2" charset="0"/>
            </a:rPr>
            <a:t>Volcano plots</a:t>
          </a:r>
        </a:p>
      </dgm:t>
    </dgm:pt>
    <dgm:pt modelId="{105A726B-6D0B-9F4F-81A8-E2C4EEBBD6F1}" type="parTrans" cxnId="{FFC6FCAF-782C-FA42-8B8E-2E467020F627}">
      <dgm:prSet/>
      <dgm:spPr/>
      <dgm:t>
        <a:bodyPr/>
        <a:lstStyle/>
        <a:p>
          <a:endParaRPr lang="en-US"/>
        </a:p>
      </dgm:t>
    </dgm:pt>
    <dgm:pt modelId="{CE3177CF-2976-BC4A-971A-7018F81F441F}" type="sibTrans" cxnId="{FFC6FCAF-782C-FA42-8B8E-2E467020F627}">
      <dgm:prSet/>
      <dgm:spPr/>
      <dgm:t>
        <a:bodyPr/>
        <a:lstStyle/>
        <a:p>
          <a:endParaRPr lang="en-US"/>
        </a:p>
      </dgm:t>
    </dgm:pt>
    <dgm:pt modelId="{99AD2E7D-79DA-E24A-B78F-9417E9660602}">
      <dgm:prSet custT="1"/>
      <dgm:spPr/>
      <dgm:t>
        <a:bodyPr/>
        <a:lstStyle/>
        <a:p>
          <a:pPr>
            <a:buFont typeface="Arial" panose="020B0604020202020204" pitchFamily="34" charset="0"/>
            <a:buNone/>
          </a:pPr>
          <a:r>
            <a:rPr lang="en-US" sz="900" b="0" i="1" u="none" dirty="0">
              <a:latin typeface="Helvetica" pitchFamily="2" charset="0"/>
            </a:rPr>
            <a:t>Gene-level effect size vs significance</a:t>
          </a:r>
          <a:endParaRPr lang="en-US" sz="900" i="1" dirty="0">
            <a:latin typeface="Helvetica" pitchFamily="2" charset="0"/>
          </a:endParaRPr>
        </a:p>
      </dgm:t>
    </dgm:pt>
    <dgm:pt modelId="{67CA6591-828C-F64D-AABD-09C9E7D0C913}" type="parTrans" cxnId="{FF5FCE48-46CF-BF43-9C72-CDF12CDCF718}">
      <dgm:prSet/>
      <dgm:spPr/>
      <dgm:t>
        <a:bodyPr/>
        <a:lstStyle/>
        <a:p>
          <a:endParaRPr lang="en-US"/>
        </a:p>
      </dgm:t>
    </dgm:pt>
    <dgm:pt modelId="{2279764C-30C1-814F-BF28-C2A9A414B7CB}" type="sibTrans" cxnId="{FF5FCE48-46CF-BF43-9C72-CDF12CDCF718}">
      <dgm:prSet/>
      <dgm:spPr/>
      <dgm:t>
        <a:bodyPr/>
        <a:lstStyle/>
        <a:p>
          <a:endParaRPr lang="en-US"/>
        </a:p>
      </dgm:t>
    </dgm:pt>
    <dgm:pt modelId="{8C09EF79-5EBA-1C47-8D16-6E305FD7B415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endParaRPr lang="en-US" sz="900" dirty="0">
            <a:latin typeface="Helvetica" pitchFamily="2" charset="0"/>
          </a:endParaRPr>
        </a:p>
      </dgm:t>
    </dgm:pt>
    <dgm:pt modelId="{F9A15E82-C86D-FF49-975B-561E81D118F1}" type="parTrans" cxnId="{144BEC8A-8022-F140-8764-CDD2C84F999E}">
      <dgm:prSet/>
      <dgm:spPr/>
      <dgm:t>
        <a:bodyPr/>
        <a:lstStyle/>
        <a:p>
          <a:endParaRPr lang="en-US"/>
        </a:p>
      </dgm:t>
    </dgm:pt>
    <dgm:pt modelId="{A0332327-7B53-7C4E-90B3-82D625A1A057}" type="sibTrans" cxnId="{144BEC8A-8022-F140-8764-CDD2C84F999E}">
      <dgm:prSet/>
      <dgm:spPr/>
      <dgm:t>
        <a:bodyPr/>
        <a:lstStyle/>
        <a:p>
          <a:endParaRPr lang="en-US"/>
        </a:p>
      </dgm:t>
    </dgm:pt>
    <dgm:pt modelId="{AB21FAB3-D1DD-054E-BE72-C786F59958BA}">
      <dgm:prSet custT="1"/>
      <dgm:spPr/>
      <dgm:t>
        <a:bodyPr/>
        <a:lstStyle/>
        <a:p>
          <a:pPr>
            <a:buFont typeface="Courier New" panose="02070309020205020404" pitchFamily="49" charset="0"/>
            <a:buChar char="o"/>
          </a:pPr>
          <a:r>
            <a:rPr lang="en-US" sz="900" dirty="0">
              <a:latin typeface="Helvetica" pitchFamily="2" charset="0"/>
            </a:rPr>
            <a:t>|log2FC| ≥ 0.5</a:t>
          </a:r>
        </a:p>
      </dgm:t>
    </dgm:pt>
    <dgm:pt modelId="{407B32B4-92CC-C044-850A-9327AA1E9A86}" type="parTrans" cxnId="{AD8D1D0E-A815-2646-B88E-07FDA379E639}">
      <dgm:prSet/>
      <dgm:spPr/>
      <dgm:t>
        <a:bodyPr/>
        <a:lstStyle/>
        <a:p>
          <a:endParaRPr lang="en-US"/>
        </a:p>
      </dgm:t>
    </dgm:pt>
    <dgm:pt modelId="{F77A925D-7954-CA46-B3BF-636E9D0B7C0D}" type="sibTrans" cxnId="{AD8D1D0E-A815-2646-B88E-07FDA379E639}">
      <dgm:prSet/>
      <dgm:spPr/>
      <dgm:t>
        <a:bodyPr/>
        <a:lstStyle/>
        <a:p>
          <a:endParaRPr lang="en-US"/>
        </a:p>
      </dgm:t>
    </dgm:pt>
    <dgm:pt modelId="{6391025A-3A69-1943-94CC-8B519575DDA6}">
      <dgm:prSet custT="1"/>
      <dgm:spPr/>
      <dgm:t>
        <a:bodyPr/>
        <a:lstStyle/>
        <a:p>
          <a:pPr>
            <a:buFont typeface="Courier New" panose="02070309020205020404" pitchFamily="49" charset="0"/>
            <a:buChar char="o"/>
          </a:pPr>
          <a:r>
            <a:rPr lang="en-US" sz="900" dirty="0">
              <a:latin typeface="Helvetica" pitchFamily="2" charset="0"/>
            </a:rPr>
            <a:t>FDR ≤ 0.2</a:t>
          </a:r>
        </a:p>
      </dgm:t>
    </dgm:pt>
    <dgm:pt modelId="{1A02438D-59CE-7642-A8D1-E14235638A17}" type="parTrans" cxnId="{FEC5D12C-8FA2-4C41-99AA-AC81D4F6BEE8}">
      <dgm:prSet/>
      <dgm:spPr/>
      <dgm:t>
        <a:bodyPr/>
        <a:lstStyle/>
        <a:p>
          <a:endParaRPr lang="en-US"/>
        </a:p>
      </dgm:t>
    </dgm:pt>
    <dgm:pt modelId="{2982A666-FD9E-FB46-B925-120C5E6D521C}" type="sibTrans" cxnId="{FEC5D12C-8FA2-4C41-99AA-AC81D4F6BEE8}">
      <dgm:prSet/>
      <dgm:spPr/>
      <dgm:t>
        <a:bodyPr/>
        <a:lstStyle/>
        <a:p>
          <a:endParaRPr lang="en-US"/>
        </a:p>
      </dgm:t>
    </dgm:pt>
    <dgm:pt modelId="{528B0447-750C-B84B-B38E-6C4CE45E8FD1}">
      <dgm:prSet custT="1"/>
      <dgm:spPr/>
      <dgm:t>
        <a:bodyPr/>
        <a:lstStyle/>
        <a:p>
          <a:pPr>
            <a:buNone/>
          </a:pPr>
          <a:r>
            <a:rPr lang="en-US" sz="900" b="1" i="0" u="none" dirty="0">
              <a:latin typeface="Helvetica" pitchFamily="2" charset="0"/>
            </a:rPr>
            <a:t>Gene set construction</a:t>
          </a:r>
          <a:endParaRPr lang="en-US" sz="900" b="0" dirty="0">
            <a:latin typeface="Helvetica" pitchFamily="2" charset="0"/>
          </a:endParaRPr>
        </a:p>
      </dgm:t>
    </dgm:pt>
    <dgm:pt modelId="{93FEDD01-DAB4-704E-9F87-D8FBF347F034}" type="parTrans" cxnId="{A43358F6-FA48-1E4F-800D-3841C8D1835F}">
      <dgm:prSet/>
      <dgm:spPr/>
      <dgm:t>
        <a:bodyPr/>
        <a:lstStyle/>
        <a:p>
          <a:endParaRPr lang="en-US"/>
        </a:p>
      </dgm:t>
    </dgm:pt>
    <dgm:pt modelId="{549AA73C-4F66-9E49-A5A9-30C9BAD99AF5}" type="sibTrans" cxnId="{A43358F6-FA48-1E4F-800D-3841C8D1835F}">
      <dgm:prSet/>
      <dgm:spPr/>
      <dgm:t>
        <a:bodyPr/>
        <a:lstStyle/>
        <a:p>
          <a:endParaRPr lang="en-US"/>
        </a:p>
      </dgm:t>
    </dgm:pt>
    <dgm:pt modelId="{C214054E-5CC8-DA45-B001-BA21D367E041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900" b="0" i="0" u="none">
              <a:latin typeface="Helvetica" pitchFamily="2" charset="0"/>
            </a:rPr>
            <a:t>Downregulated genes</a:t>
          </a:r>
          <a:endParaRPr lang="en-US" sz="900" b="0" i="0" u="none" dirty="0">
            <a:latin typeface="Helvetica" pitchFamily="2" charset="0"/>
          </a:endParaRPr>
        </a:p>
      </dgm:t>
    </dgm:pt>
    <dgm:pt modelId="{4D14E27F-D5D7-5449-8156-4504F3B30B08}" type="parTrans" cxnId="{F4A5E0AB-3195-AC46-A77B-4F32ECC49660}">
      <dgm:prSet/>
      <dgm:spPr/>
      <dgm:t>
        <a:bodyPr/>
        <a:lstStyle/>
        <a:p>
          <a:endParaRPr lang="en-US"/>
        </a:p>
      </dgm:t>
    </dgm:pt>
    <dgm:pt modelId="{63BB4124-BB57-694E-92CE-9B30F3AEBBA4}" type="sibTrans" cxnId="{F4A5E0AB-3195-AC46-A77B-4F32ECC49660}">
      <dgm:prSet/>
      <dgm:spPr/>
      <dgm:t>
        <a:bodyPr/>
        <a:lstStyle/>
        <a:p>
          <a:endParaRPr lang="en-US"/>
        </a:p>
      </dgm:t>
    </dgm:pt>
    <dgm:pt modelId="{A321B8A5-163C-434B-8166-8417C171943F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900" b="0" i="0" u="none" dirty="0">
              <a:latin typeface="Helvetica" pitchFamily="2" charset="0"/>
            </a:rPr>
            <a:t>Ranked gene lists (log2FC)</a:t>
          </a:r>
        </a:p>
      </dgm:t>
    </dgm:pt>
    <dgm:pt modelId="{704BCBA0-4C0A-E64C-8B2C-852846922F3B}" type="parTrans" cxnId="{852B2476-7391-B741-83D6-BC7CD63CC5CF}">
      <dgm:prSet/>
      <dgm:spPr/>
      <dgm:t>
        <a:bodyPr/>
        <a:lstStyle/>
        <a:p>
          <a:endParaRPr lang="en-US"/>
        </a:p>
      </dgm:t>
    </dgm:pt>
    <dgm:pt modelId="{9AA37B3A-4FAC-0847-A539-57EC9460ECA4}" type="sibTrans" cxnId="{852B2476-7391-B741-83D6-BC7CD63CC5CF}">
      <dgm:prSet/>
      <dgm:spPr/>
      <dgm:t>
        <a:bodyPr/>
        <a:lstStyle/>
        <a:p>
          <a:endParaRPr lang="en-US"/>
        </a:p>
      </dgm:t>
    </dgm:pt>
    <dgm:pt modelId="{C4D63277-072D-2449-A305-78FF1D0E393F}">
      <dgm:prSet custT="1"/>
      <dgm:spPr/>
      <dgm:t>
        <a:bodyPr/>
        <a:lstStyle/>
        <a:p>
          <a:pPr>
            <a:buNone/>
          </a:pPr>
          <a:r>
            <a:rPr lang="en-US" sz="900" b="0" i="0" u="none" dirty="0">
              <a:latin typeface="Helvetica" pitchFamily="2" charset="0"/>
            </a:rPr>
            <a:t>Used for enrichment analysis</a:t>
          </a:r>
        </a:p>
      </dgm:t>
    </dgm:pt>
    <dgm:pt modelId="{639AF8AF-5E08-B04A-AACD-5A0B25B6321B}" type="parTrans" cxnId="{5EBC8911-AE73-574B-9F67-2C38EAC67B8C}">
      <dgm:prSet/>
      <dgm:spPr/>
      <dgm:t>
        <a:bodyPr/>
        <a:lstStyle/>
        <a:p>
          <a:endParaRPr lang="en-US"/>
        </a:p>
      </dgm:t>
    </dgm:pt>
    <dgm:pt modelId="{B5EC2AEB-0AB4-2549-9671-A1736936B7A1}" type="sibTrans" cxnId="{5EBC8911-AE73-574B-9F67-2C38EAC67B8C}">
      <dgm:prSet/>
      <dgm:spPr/>
      <dgm:t>
        <a:bodyPr/>
        <a:lstStyle/>
        <a:p>
          <a:endParaRPr lang="en-US"/>
        </a:p>
      </dgm:t>
    </dgm:pt>
    <dgm:pt modelId="{F2A05C70-64D0-174F-96CA-8D8886A42700}">
      <dgm:prSet custT="1"/>
      <dgm:spPr/>
      <dgm:t>
        <a:bodyPr/>
        <a:lstStyle/>
        <a:p>
          <a:pPr>
            <a:buNone/>
          </a:pPr>
          <a:r>
            <a:rPr lang="en-US" sz="900" b="1" i="0" u="none" dirty="0">
              <a:latin typeface="Helvetica" pitchFamily="2" charset="0"/>
            </a:rPr>
            <a:t>Pathway enrichment</a:t>
          </a:r>
        </a:p>
      </dgm:t>
    </dgm:pt>
    <dgm:pt modelId="{44A8759A-C202-B44B-AC56-AEFA053499C8}" type="parTrans" cxnId="{DC5819AC-EF20-A849-9C84-820961DE6121}">
      <dgm:prSet/>
      <dgm:spPr/>
      <dgm:t>
        <a:bodyPr/>
        <a:lstStyle/>
        <a:p>
          <a:endParaRPr lang="en-US"/>
        </a:p>
      </dgm:t>
    </dgm:pt>
    <dgm:pt modelId="{CC3E2A9E-8753-8043-BC04-CF631D59C516}" type="sibTrans" cxnId="{DC5819AC-EF20-A849-9C84-820961DE6121}">
      <dgm:prSet/>
      <dgm:spPr/>
      <dgm:t>
        <a:bodyPr/>
        <a:lstStyle/>
        <a:p>
          <a:endParaRPr lang="en-US"/>
        </a:p>
      </dgm:t>
    </dgm:pt>
    <dgm:pt modelId="{B83747E7-29A3-814D-823E-A6AD739AD489}">
      <dgm:prSet custT="1"/>
      <dgm:spPr/>
      <dgm:t>
        <a:bodyPr/>
        <a:lstStyle/>
        <a:p>
          <a:pPr>
            <a:buFont typeface="Arial" panose="020B0604020202020204" pitchFamily="34" charset="0"/>
            <a:buNone/>
          </a:pPr>
          <a:r>
            <a:rPr lang="en-US" sz="900" b="1" i="1" u="none" dirty="0">
              <a:latin typeface="Helvetica" pitchFamily="2" charset="0"/>
            </a:rPr>
            <a:t> </a:t>
          </a:r>
          <a:r>
            <a:rPr lang="en-US" sz="900" b="0" i="1" u="none" dirty="0">
              <a:latin typeface="Helvetica" pitchFamily="2" charset="0"/>
            </a:rPr>
            <a:t>Hallmark pathway enrichment </a:t>
          </a:r>
          <a:r>
            <a:rPr lang="en-US" sz="900" b="1" i="1" u="none" dirty="0">
              <a:latin typeface="Helvetica" pitchFamily="2" charset="0"/>
            </a:rPr>
            <a:t>(</a:t>
          </a:r>
          <a:r>
            <a:rPr lang="en-US" sz="900" b="1" i="1" u="none" dirty="0" err="1">
              <a:latin typeface="Helvetica" pitchFamily="2" charset="0"/>
            </a:rPr>
            <a:t>MSigDB</a:t>
          </a:r>
          <a:r>
            <a:rPr lang="en-US" sz="900" b="1" i="1" u="none" dirty="0">
              <a:latin typeface="Helvetica" pitchFamily="2" charset="0"/>
            </a:rPr>
            <a:t>)</a:t>
          </a:r>
          <a:endParaRPr lang="en-US" sz="900" b="0" i="1" u="none" dirty="0">
            <a:latin typeface="Helvetica" pitchFamily="2" charset="0"/>
          </a:endParaRPr>
        </a:p>
      </dgm:t>
    </dgm:pt>
    <dgm:pt modelId="{F7A74692-AA6B-B54F-9738-298678B97C79}" type="parTrans" cxnId="{DB119C91-0615-4A43-A798-5007A751D3D6}">
      <dgm:prSet/>
      <dgm:spPr/>
      <dgm:t>
        <a:bodyPr/>
        <a:lstStyle/>
        <a:p>
          <a:endParaRPr lang="en-US"/>
        </a:p>
      </dgm:t>
    </dgm:pt>
    <dgm:pt modelId="{F0D89CBC-0049-CC4E-A4ED-FD8138F0734B}" type="sibTrans" cxnId="{DB119C91-0615-4A43-A798-5007A751D3D6}">
      <dgm:prSet/>
      <dgm:spPr/>
      <dgm:t>
        <a:bodyPr/>
        <a:lstStyle/>
        <a:p>
          <a:endParaRPr lang="en-US"/>
        </a:p>
      </dgm:t>
    </dgm:pt>
    <dgm:pt modelId="{92C0A3F6-22D2-9A41-B4CE-CC6A26DA8F6B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900" b="0" i="0" u="none" dirty="0">
              <a:latin typeface="Helvetica" pitchFamily="2" charset="0"/>
            </a:rPr>
            <a:t>Applied to:</a:t>
          </a:r>
        </a:p>
      </dgm:t>
    </dgm:pt>
    <dgm:pt modelId="{9F1E44D2-7243-E945-8D7B-14548D84538C}" type="parTrans" cxnId="{52067A28-D61E-C24C-A173-DA02B572A79C}">
      <dgm:prSet/>
      <dgm:spPr/>
      <dgm:t>
        <a:bodyPr/>
        <a:lstStyle/>
        <a:p>
          <a:endParaRPr lang="en-US"/>
        </a:p>
      </dgm:t>
    </dgm:pt>
    <dgm:pt modelId="{E99D4E99-FE88-7941-B559-87626772936A}" type="sibTrans" cxnId="{52067A28-D61E-C24C-A173-DA02B572A79C}">
      <dgm:prSet/>
      <dgm:spPr/>
      <dgm:t>
        <a:bodyPr/>
        <a:lstStyle/>
        <a:p>
          <a:endParaRPr lang="en-US"/>
        </a:p>
      </dgm:t>
    </dgm:pt>
    <dgm:pt modelId="{4302F14E-AA13-BD45-8AB9-BFB53D1E1BAB}">
      <dgm:prSet custT="1"/>
      <dgm:spPr/>
      <dgm:t>
        <a:bodyPr/>
        <a:lstStyle/>
        <a:p>
          <a:pPr>
            <a:buFont typeface="Courier New" panose="02070309020205020404" pitchFamily="49" charset="0"/>
            <a:buChar char="o"/>
          </a:pPr>
          <a:r>
            <a:rPr lang="en-US" sz="900" b="0" i="0" u="none" dirty="0">
              <a:latin typeface="Helvetica" pitchFamily="2" charset="0"/>
            </a:rPr>
            <a:t>Late vs Early (up / down)</a:t>
          </a:r>
        </a:p>
      </dgm:t>
    </dgm:pt>
    <dgm:pt modelId="{F579B6CD-444B-844E-A126-9C19CC874C91}" type="parTrans" cxnId="{8B41D024-389F-4D45-A83F-2FFE64531D86}">
      <dgm:prSet/>
      <dgm:spPr/>
      <dgm:t>
        <a:bodyPr/>
        <a:lstStyle/>
        <a:p>
          <a:endParaRPr lang="en-US"/>
        </a:p>
      </dgm:t>
    </dgm:pt>
    <dgm:pt modelId="{E6705FBB-150F-9A40-B144-36285CA9BE46}" type="sibTrans" cxnId="{8B41D024-389F-4D45-A83F-2FFE64531D86}">
      <dgm:prSet/>
      <dgm:spPr/>
      <dgm:t>
        <a:bodyPr/>
        <a:lstStyle/>
        <a:p>
          <a:endParaRPr lang="en-US"/>
        </a:p>
      </dgm:t>
    </dgm:pt>
    <dgm:pt modelId="{DF2760B5-1FF2-AB4E-B6C0-962D245A7F1B}">
      <dgm:prSet custT="1"/>
      <dgm:spPr/>
      <dgm:t>
        <a:bodyPr/>
        <a:lstStyle/>
        <a:p>
          <a:pPr>
            <a:buFont typeface="Courier New" panose="02070309020205020404" pitchFamily="49" charset="0"/>
            <a:buChar char="o"/>
          </a:pPr>
          <a:r>
            <a:rPr lang="en-US" sz="900" b="0" i="0" u="none" dirty="0">
              <a:latin typeface="Helvetica" pitchFamily="2" charset="0"/>
            </a:rPr>
            <a:t>RHOG contrasts (where relevant)</a:t>
          </a:r>
        </a:p>
      </dgm:t>
    </dgm:pt>
    <dgm:pt modelId="{C109D8F7-65F2-7B47-8CBC-0974B92C3875}" type="parTrans" cxnId="{5B4C9D9F-E9CE-CF4D-B5D0-E559B82FC88D}">
      <dgm:prSet/>
      <dgm:spPr/>
      <dgm:t>
        <a:bodyPr/>
        <a:lstStyle/>
        <a:p>
          <a:endParaRPr lang="en-US"/>
        </a:p>
      </dgm:t>
    </dgm:pt>
    <dgm:pt modelId="{98B58450-61B5-7C46-8BCD-A09B3D059876}" type="sibTrans" cxnId="{5B4C9D9F-E9CE-CF4D-B5D0-E559B82FC88D}">
      <dgm:prSet/>
      <dgm:spPr/>
      <dgm:t>
        <a:bodyPr/>
        <a:lstStyle/>
        <a:p>
          <a:endParaRPr lang="en-US"/>
        </a:p>
      </dgm:t>
    </dgm:pt>
    <dgm:pt modelId="{4B6AC34A-8917-5E40-9F26-228F6CAF027E}">
      <dgm:prSet custT="1"/>
      <dgm:spPr/>
      <dgm:t>
        <a:bodyPr/>
        <a:lstStyle/>
        <a:p>
          <a:pPr>
            <a:buNone/>
          </a:pPr>
          <a:r>
            <a:rPr lang="en-US" sz="900" b="0" i="0" u="none" dirty="0">
              <a:latin typeface="Helvetica" pitchFamily="2" charset="0"/>
            </a:rPr>
            <a:t>Focus on:</a:t>
          </a:r>
        </a:p>
      </dgm:t>
    </dgm:pt>
    <dgm:pt modelId="{39C22C08-49F9-1E4E-83FC-A0AC6D41823E}" type="parTrans" cxnId="{0EF4E3E8-D34B-C842-8C87-7B3B8A90CEBB}">
      <dgm:prSet/>
      <dgm:spPr/>
      <dgm:t>
        <a:bodyPr/>
        <a:lstStyle/>
        <a:p>
          <a:endParaRPr lang="en-US"/>
        </a:p>
      </dgm:t>
    </dgm:pt>
    <dgm:pt modelId="{756BB98C-0CCF-5543-B22E-3E7FBB797843}" type="sibTrans" cxnId="{0EF4E3E8-D34B-C842-8C87-7B3B8A90CEBB}">
      <dgm:prSet/>
      <dgm:spPr/>
      <dgm:t>
        <a:bodyPr/>
        <a:lstStyle/>
        <a:p>
          <a:endParaRPr lang="en-US"/>
        </a:p>
      </dgm:t>
    </dgm:pt>
    <dgm:pt modelId="{8D20E67D-3A07-AA41-B404-A87C88C5C70E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900" b="0" i="0" u="none" dirty="0">
              <a:latin typeface="Helvetica" pitchFamily="2" charset="0"/>
            </a:rPr>
            <a:t>IL2–STAT5 signaling</a:t>
          </a:r>
        </a:p>
      </dgm:t>
    </dgm:pt>
    <dgm:pt modelId="{2317B1D7-F169-4047-BA6E-F410EB45BC6C}" type="parTrans" cxnId="{4D672A1C-F612-AB40-9DCA-A0AD2DF9DDAA}">
      <dgm:prSet/>
      <dgm:spPr/>
      <dgm:t>
        <a:bodyPr/>
        <a:lstStyle/>
        <a:p>
          <a:endParaRPr lang="en-US"/>
        </a:p>
      </dgm:t>
    </dgm:pt>
    <dgm:pt modelId="{F27E3436-CAF6-B24F-B27C-A7533DE3943B}" type="sibTrans" cxnId="{4D672A1C-F612-AB40-9DCA-A0AD2DF9DDAA}">
      <dgm:prSet/>
      <dgm:spPr/>
      <dgm:t>
        <a:bodyPr/>
        <a:lstStyle/>
        <a:p>
          <a:endParaRPr lang="en-US"/>
        </a:p>
      </dgm:t>
    </dgm:pt>
    <dgm:pt modelId="{85D1BFC8-C584-854E-A8D0-0FA66BD1D850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900" b="0" i="0" u="none" dirty="0">
              <a:latin typeface="Helvetica" pitchFamily="2" charset="0"/>
            </a:rPr>
            <a:t>Interferon </a:t>
          </a:r>
          <a:r>
            <a:rPr lang="el-GR" sz="900" b="0" i="0" u="none" dirty="0">
              <a:latin typeface="Helvetica" pitchFamily="2" charset="0"/>
            </a:rPr>
            <a:t>α / γ </a:t>
          </a:r>
          <a:r>
            <a:rPr lang="en-US" sz="900" b="0" i="0" u="none" dirty="0">
              <a:latin typeface="Helvetica" pitchFamily="2" charset="0"/>
            </a:rPr>
            <a:t>response</a:t>
          </a:r>
        </a:p>
      </dgm:t>
    </dgm:pt>
    <dgm:pt modelId="{D6D0422D-528E-4946-B4FC-E0C42A882B54}" type="parTrans" cxnId="{AAA7BFAF-E83C-2844-B0D9-16EB70997929}">
      <dgm:prSet/>
      <dgm:spPr/>
      <dgm:t>
        <a:bodyPr/>
        <a:lstStyle/>
        <a:p>
          <a:endParaRPr lang="en-US"/>
        </a:p>
      </dgm:t>
    </dgm:pt>
    <dgm:pt modelId="{C4C5E3C5-47DA-524C-8777-30C1B93CB5A8}" type="sibTrans" cxnId="{AAA7BFAF-E83C-2844-B0D9-16EB70997929}">
      <dgm:prSet/>
      <dgm:spPr/>
      <dgm:t>
        <a:bodyPr/>
        <a:lstStyle/>
        <a:p>
          <a:endParaRPr lang="en-US"/>
        </a:p>
      </dgm:t>
    </dgm:pt>
    <dgm:pt modelId="{F7B2B710-5229-6442-A5BB-FE5304B1A538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900" b="0" i="0" u="none" dirty="0">
              <a:latin typeface="Helvetica" pitchFamily="2" charset="0"/>
            </a:rPr>
            <a:t>Inflammatory response</a:t>
          </a:r>
        </a:p>
      </dgm:t>
    </dgm:pt>
    <dgm:pt modelId="{72615336-FF5B-9B47-A0B7-91F5C4F3E2B7}" type="parTrans" cxnId="{4206A1A3-1EC8-1B40-A4FB-CF376096D110}">
      <dgm:prSet/>
      <dgm:spPr/>
      <dgm:t>
        <a:bodyPr/>
        <a:lstStyle/>
        <a:p>
          <a:endParaRPr lang="en-US"/>
        </a:p>
      </dgm:t>
    </dgm:pt>
    <dgm:pt modelId="{21BE7B36-0059-7C47-B7CD-4DBFCA159CE9}" type="sibTrans" cxnId="{4206A1A3-1EC8-1B40-A4FB-CF376096D110}">
      <dgm:prSet/>
      <dgm:spPr/>
      <dgm:t>
        <a:bodyPr/>
        <a:lstStyle/>
        <a:p>
          <a:endParaRPr lang="en-US"/>
        </a:p>
      </dgm:t>
    </dgm:pt>
    <dgm:pt modelId="{6B49D39A-09DD-EB47-8425-DD7594735C12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900" b="0" i="0" u="none" dirty="0">
              <a:latin typeface="Helvetica" pitchFamily="2" charset="0"/>
            </a:rPr>
            <a:t>Apoptosis</a:t>
          </a:r>
        </a:p>
      </dgm:t>
    </dgm:pt>
    <dgm:pt modelId="{37AE19E0-34F7-914F-AD42-03F2D76A5924}" type="parTrans" cxnId="{5AE113D8-F3AD-8244-9E6F-248ED637F20F}">
      <dgm:prSet/>
      <dgm:spPr/>
      <dgm:t>
        <a:bodyPr/>
        <a:lstStyle/>
        <a:p>
          <a:endParaRPr lang="en-US"/>
        </a:p>
      </dgm:t>
    </dgm:pt>
    <dgm:pt modelId="{B168F7A7-BFE2-8944-8EF6-93508F9C3F47}" type="sibTrans" cxnId="{5AE113D8-F3AD-8244-9E6F-248ED637F20F}">
      <dgm:prSet/>
      <dgm:spPr/>
      <dgm:t>
        <a:bodyPr/>
        <a:lstStyle/>
        <a:p>
          <a:endParaRPr lang="en-US"/>
        </a:p>
      </dgm:t>
    </dgm:pt>
    <dgm:pt modelId="{FDDEB88A-4DC7-9D45-AFF5-3C8FD998C362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900" b="0" i="0" u="none" dirty="0">
              <a:latin typeface="Helvetica" pitchFamily="2" charset="0"/>
            </a:rPr>
            <a:t>E2F targets</a:t>
          </a:r>
        </a:p>
      </dgm:t>
    </dgm:pt>
    <dgm:pt modelId="{344F0D49-724F-584A-AC02-686E7A74766F}" type="parTrans" cxnId="{6B1F28EE-9184-EB45-B70F-5C5677FB2BA7}">
      <dgm:prSet/>
      <dgm:spPr/>
      <dgm:t>
        <a:bodyPr/>
        <a:lstStyle/>
        <a:p>
          <a:endParaRPr lang="en-US"/>
        </a:p>
      </dgm:t>
    </dgm:pt>
    <dgm:pt modelId="{62FF32F6-3FFB-3245-89DE-75D8DBC28414}" type="sibTrans" cxnId="{6B1F28EE-9184-EB45-B70F-5C5677FB2BA7}">
      <dgm:prSet/>
      <dgm:spPr/>
      <dgm:t>
        <a:bodyPr/>
        <a:lstStyle/>
        <a:p>
          <a:endParaRPr lang="en-US"/>
        </a:p>
      </dgm:t>
    </dgm:pt>
    <dgm:pt modelId="{9C74DA0A-4734-174E-8832-B8B63E6ABFD9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900" b="0" i="0" u="none" dirty="0" err="1">
              <a:latin typeface="Helvetica" pitchFamily="2" charset="0"/>
            </a:rPr>
            <a:t>OxPhos</a:t>
          </a:r>
          <a:endParaRPr lang="en-US" sz="900" b="0" i="0" u="none" dirty="0">
            <a:latin typeface="Helvetica" pitchFamily="2" charset="0"/>
          </a:endParaRPr>
        </a:p>
      </dgm:t>
    </dgm:pt>
    <dgm:pt modelId="{0CBCCD76-3B0C-DC40-85B5-A6DB1100E27D}" type="parTrans" cxnId="{2F2F95C4-1436-9D4A-A1D6-A17F1654907B}">
      <dgm:prSet/>
      <dgm:spPr/>
      <dgm:t>
        <a:bodyPr/>
        <a:lstStyle/>
        <a:p>
          <a:endParaRPr lang="en-US"/>
        </a:p>
      </dgm:t>
    </dgm:pt>
    <dgm:pt modelId="{9174EAE3-7709-894B-94F0-62AD29E2315A}" type="sibTrans" cxnId="{2F2F95C4-1436-9D4A-A1D6-A17F1654907B}">
      <dgm:prSet/>
      <dgm:spPr/>
      <dgm:t>
        <a:bodyPr/>
        <a:lstStyle/>
        <a:p>
          <a:endParaRPr lang="en-US"/>
        </a:p>
      </dgm:t>
    </dgm:pt>
    <dgm:pt modelId="{206B004E-E561-9D43-B840-3F6B468C6D72}">
      <dgm:prSet custT="1"/>
      <dgm:spPr/>
      <dgm:t>
        <a:bodyPr/>
        <a:lstStyle/>
        <a:p>
          <a:pPr>
            <a:buNone/>
          </a:pPr>
          <a:r>
            <a:rPr lang="en-US" sz="900" b="1" i="0" u="none" dirty="0">
              <a:latin typeface="Helvetica" pitchFamily="2" charset="0"/>
            </a:rPr>
            <a:t>Pathway-level outputs</a:t>
          </a:r>
          <a:endParaRPr lang="en-US" sz="900" b="0" dirty="0">
            <a:latin typeface="Helvetica" pitchFamily="2" charset="0"/>
          </a:endParaRPr>
        </a:p>
      </dgm:t>
    </dgm:pt>
    <dgm:pt modelId="{8B80118A-01E9-7E43-833F-62CCCF5732F8}" type="parTrans" cxnId="{92B389E3-BC05-BA4D-9A12-4738CED5717F}">
      <dgm:prSet/>
      <dgm:spPr/>
      <dgm:t>
        <a:bodyPr/>
        <a:lstStyle/>
        <a:p>
          <a:endParaRPr lang="en-US"/>
        </a:p>
      </dgm:t>
    </dgm:pt>
    <dgm:pt modelId="{281B787A-D136-2A4B-B3F4-17FA3E5F46EE}" type="sibTrans" cxnId="{92B389E3-BC05-BA4D-9A12-4738CED5717F}">
      <dgm:prSet/>
      <dgm:spPr/>
      <dgm:t>
        <a:bodyPr/>
        <a:lstStyle/>
        <a:p>
          <a:endParaRPr lang="en-US"/>
        </a:p>
      </dgm:t>
    </dgm:pt>
    <dgm:pt modelId="{970AE76A-4E71-1F48-84AE-D00A44441EC0}">
      <dgm:prSet custT="1"/>
      <dgm:spPr/>
      <dgm:t>
        <a:bodyPr/>
        <a:lstStyle/>
        <a:p>
          <a:pPr>
            <a:buFont typeface="Arial" panose="020B0604020202020204" pitchFamily="34" charset="0"/>
            <a:buNone/>
          </a:pPr>
          <a:r>
            <a:rPr lang="en-US" sz="900" b="0" i="1" u="none" dirty="0">
              <a:latin typeface="Helvetica" pitchFamily="2" charset="0"/>
            </a:rPr>
            <a:t>Program-level interpretation</a:t>
          </a:r>
        </a:p>
      </dgm:t>
    </dgm:pt>
    <dgm:pt modelId="{C01298A0-54CB-FB4A-BD0C-FC58677051D1}" type="parTrans" cxnId="{1D1739B0-96B5-CD45-8EAC-9D50A219FAFA}">
      <dgm:prSet/>
      <dgm:spPr/>
      <dgm:t>
        <a:bodyPr/>
        <a:lstStyle/>
        <a:p>
          <a:endParaRPr lang="en-US"/>
        </a:p>
      </dgm:t>
    </dgm:pt>
    <dgm:pt modelId="{036F49E1-49FC-8745-8A66-E5011A6BD455}" type="sibTrans" cxnId="{1D1739B0-96B5-CD45-8EAC-9D50A219FAFA}">
      <dgm:prSet/>
      <dgm:spPr/>
      <dgm:t>
        <a:bodyPr/>
        <a:lstStyle/>
        <a:p>
          <a:endParaRPr lang="en-US"/>
        </a:p>
      </dgm:t>
    </dgm:pt>
    <dgm:pt modelId="{C7D5B991-1BC7-8C4E-82D8-FFDF94B0E59C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900" b="0" i="0" u="none" dirty="0">
              <a:latin typeface="Helvetica" pitchFamily="2" charset="0"/>
            </a:rPr>
            <a:t>bar plots of −log10(FDR)</a:t>
          </a:r>
        </a:p>
      </dgm:t>
    </dgm:pt>
    <dgm:pt modelId="{5198F1AE-41BA-5942-8C5F-75C7606377FE}" type="parTrans" cxnId="{2428CD22-2B1A-4B4E-9EB4-73335817DB25}">
      <dgm:prSet/>
      <dgm:spPr/>
      <dgm:t>
        <a:bodyPr/>
        <a:lstStyle/>
        <a:p>
          <a:endParaRPr lang="en-US"/>
        </a:p>
      </dgm:t>
    </dgm:pt>
    <dgm:pt modelId="{965991F2-71BE-0843-A0F4-E8720193B808}" type="sibTrans" cxnId="{2428CD22-2B1A-4B4E-9EB4-73335817DB25}">
      <dgm:prSet/>
      <dgm:spPr/>
      <dgm:t>
        <a:bodyPr/>
        <a:lstStyle/>
        <a:p>
          <a:endParaRPr lang="en-US"/>
        </a:p>
      </dgm:t>
    </dgm:pt>
    <dgm:pt modelId="{D2766A73-1CE5-8C44-8ED4-6E12D9EF6899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900" b="0" i="0" u="none" dirty="0">
              <a:latin typeface="Helvetica" pitchFamily="2" charset="0"/>
            </a:rPr>
            <a:t>pathway–PC correlations (from Panel B)</a:t>
          </a:r>
        </a:p>
      </dgm:t>
    </dgm:pt>
    <dgm:pt modelId="{48D14EFE-D12B-CA4C-AADF-4AB490D7429A}" type="parTrans" cxnId="{4E23A0BF-BA16-8F43-B025-85724307BB25}">
      <dgm:prSet/>
      <dgm:spPr/>
      <dgm:t>
        <a:bodyPr/>
        <a:lstStyle/>
        <a:p>
          <a:endParaRPr lang="en-US"/>
        </a:p>
      </dgm:t>
    </dgm:pt>
    <dgm:pt modelId="{08EEAB3C-54D8-7C40-BD53-E595E7E37ABC}" type="sibTrans" cxnId="{4E23A0BF-BA16-8F43-B025-85724307BB25}">
      <dgm:prSet/>
      <dgm:spPr/>
      <dgm:t>
        <a:bodyPr/>
        <a:lstStyle/>
        <a:p>
          <a:endParaRPr lang="en-US"/>
        </a:p>
      </dgm:t>
    </dgm:pt>
    <dgm:pt modelId="{BF8B952B-2003-5B44-BCE6-DFF9A4A923C3}">
      <dgm:prSet custT="1"/>
      <dgm:spPr/>
      <dgm:t>
        <a:bodyPr/>
        <a:lstStyle/>
        <a:p>
          <a:pPr>
            <a:buNone/>
          </a:pPr>
          <a:r>
            <a:rPr lang="en-US" sz="900" b="0" i="0" u="none" dirty="0">
              <a:latin typeface="Helvetica" pitchFamily="2" charset="0"/>
            </a:rPr>
            <a:t>Saved to:</a:t>
          </a:r>
        </a:p>
      </dgm:t>
    </dgm:pt>
    <dgm:pt modelId="{9378E088-AB13-D94B-8736-4E37B9E81383}" type="parTrans" cxnId="{E241BE1E-F9B2-A440-84BA-E3D12D5A4A9A}">
      <dgm:prSet/>
      <dgm:spPr/>
      <dgm:t>
        <a:bodyPr/>
        <a:lstStyle/>
        <a:p>
          <a:endParaRPr lang="en-US"/>
        </a:p>
      </dgm:t>
    </dgm:pt>
    <dgm:pt modelId="{80781C40-E15B-4C49-A822-6A52EFCB2A6D}" type="sibTrans" cxnId="{E241BE1E-F9B2-A440-84BA-E3D12D5A4A9A}">
      <dgm:prSet/>
      <dgm:spPr/>
      <dgm:t>
        <a:bodyPr/>
        <a:lstStyle/>
        <a:p>
          <a:endParaRPr lang="en-US"/>
        </a:p>
      </dgm:t>
    </dgm:pt>
    <dgm:pt modelId="{49D1358D-4D41-384E-B2F7-E6F4F09F7E67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900" b="0" i="0" u="none" dirty="0">
              <a:latin typeface="Helvetica" pitchFamily="2" charset="0"/>
            </a:rPr>
            <a:t>results/pathways/</a:t>
          </a:r>
        </a:p>
      </dgm:t>
    </dgm:pt>
    <dgm:pt modelId="{761D4E9C-B66B-AF4C-8422-F3250E437019}" type="parTrans" cxnId="{964CA357-3A7C-994E-8A87-8A85B9997EFD}">
      <dgm:prSet/>
      <dgm:spPr/>
      <dgm:t>
        <a:bodyPr/>
        <a:lstStyle/>
        <a:p>
          <a:endParaRPr lang="en-US"/>
        </a:p>
      </dgm:t>
    </dgm:pt>
    <dgm:pt modelId="{BBC70B9C-C2D0-B64E-8299-B872EFB24171}" type="sibTrans" cxnId="{964CA357-3A7C-994E-8A87-8A85B9997EFD}">
      <dgm:prSet/>
      <dgm:spPr/>
      <dgm:t>
        <a:bodyPr/>
        <a:lstStyle/>
        <a:p>
          <a:endParaRPr lang="en-US"/>
        </a:p>
      </dgm:t>
    </dgm:pt>
    <dgm:pt modelId="{F5BD1AD7-5263-F34A-8F5E-D48054B18CA7}">
      <dgm:prSet custT="1"/>
      <dgm:spPr/>
      <dgm:t>
        <a:bodyPr/>
        <a:lstStyle/>
        <a:p>
          <a:pPr>
            <a:buFont typeface="Courier New" panose="02070309020205020404" pitchFamily="49" charset="0"/>
            <a:buChar char="o"/>
          </a:pPr>
          <a:r>
            <a:rPr lang="en-US" sz="900" b="0" i="0" u="none" dirty="0">
              <a:latin typeface="Helvetica" pitchFamily="2" charset="0"/>
            </a:rPr>
            <a:t>enrichment tables</a:t>
          </a:r>
        </a:p>
      </dgm:t>
    </dgm:pt>
    <dgm:pt modelId="{F7438331-789C-DC4E-9FA4-BC9C920FEF7E}" type="parTrans" cxnId="{36EB07EC-94F7-C949-968E-174D44BBD7DB}">
      <dgm:prSet/>
      <dgm:spPr/>
      <dgm:t>
        <a:bodyPr/>
        <a:lstStyle/>
        <a:p>
          <a:endParaRPr lang="en-US"/>
        </a:p>
      </dgm:t>
    </dgm:pt>
    <dgm:pt modelId="{D6E40BCD-78E4-484F-A1AF-2811E6251E44}" type="sibTrans" cxnId="{36EB07EC-94F7-C949-968E-174D44BBD7DB}">
      <dgm:prSet/>
      <dgm:spPr/>
      <dgm:t>
        <a:bodyPr/>
        <a:lstStyle/>
        <a:p>
          <a:endParaRPr lang="en-US"/>
        </a:p>
      </dgm:t>
    </dgm:pt>
    <dgm:pt modelId="{6CC0AC49-BE78-084C-ABCA-42C7F12B8A8F}">
      <dgm:prSet custT="1"/>
      <dgm:spPr/>
      <dgm:t>
        <a:bodyPr/>
        <a:lstStyle/>
        <a:p>
          <a:pPr>
            <a:buFont typeface="Courier New" panose="02070309020205020404" pitchFamily="49" charset="0"/>
            <a:buChar char="o"/>
          </a:pPr>
          <a:r>
            <a:rPr lang="en-US" sz="900" b="0" i="0" u="none" dirty="0" err="1">
              <a:latin typeface="Helvetica" pitchFamily="2" charset="0"/>
            </a:rPr>
            <a:t>barplots</a:t>
          </a:r>
          <a:endParaRPr lang="en-US" sz="900" b="0" i="0" u="none" dirty="0">
            <a:latin typeface="Helvetica" pitchFamily="2" charset="0"/>
          </a:endParaRPr>
        </a:p>
      </dgm:t>
    </dgm:pt>
    <dgm:pt modelId="{CA10C94A-DD90-F447-81FB-7A050214ED22}" type="parTrans" cxnId="{31C7DFF6-5DD1-A142-8183-288385DDC8F6}">
      <dgm:prSet/>
      <dgm:spPr/>
      <dgm:t>
        <a:bodyPr/>
        <a:lstStyle/>
        <a:p>
          <a:endParaRPr lang="en-US"/>
        </a:p>
      </dgm:t>
    </dgm:pt>
    <dgm:pt modelId="{0B771838-D55A-944E-A1C1-176D76EC03EE}" type="sibTrans" cxnId="{31C7DFF6-5DD1-A142-8183-288385DDC8F6}">
      <dgm:prSet/>
      <dgm:spPr/>
      <dgm:t>
        <a:bodyPr/>
        <a:lstStyle/>
        <a:p>
          <a:endParaRPr lang="en-US"/>
        </a:p>
      </dgm:t>
    </dgm:pt>
    <dgm:pt modelId="{8B85AFBA-DE6C-5A42-AD2A-6896D82A8B33}">
      <dgm:prSet custT="1"/>
      <dgm:spPr/>
      <dgm:t>
        <a:bodyPr/>
        <a:lstStyle/>
        <a:p>
          <a:pPr>
            <a:buFont typeface="Courier New" panose="02070309020205020404" pitchFamily="49" charset="0"/>
            <a:buChar char="o"/>
          </a:pPr>
          <a:r>
            <a:rPr lang="en-US" sz="900" b="0" i="0" u="none" dirty="0">
              <a:latin typeface="Helvetica" pitchFamily="2" charset="0"/>
            </a:rPr>
            <a:t>PC correlation heatmaps</a:t>
          </a:r>
        </a:p>
      </dgm:t>
    </dgm:pt>
    <dgm:pt modelId="{55AD51B5-32B4-5445-BC36-D2BEAB3B3ED6}" type="parTrans" cxnId="{84D552B6-DF39-6344-8773-6B859CBD301D}">
      <dgm:prSet/>
      <dgm:spPr/>
      <dgm:t>
        <a:bodyPr/>
        <a:lstStyle/>
        <a:p>
          <a:endParaRPr lang="en-US"/>
        </a:p>
      </dgm:t>
    </dgm:pt>
    <dgm:pt modelId="{EEE2BF60-0FB9-A244-8979-98BCAB6C64B6}" type="sibTrans" cxnId="{84D552B6-DF39-6344-8773-6B859CBD301D}">
      <dgm:prSet/>
      <dgm:spPr/>
      <dgm:t>
        <a:bodyPr/>
        <a:lstStyle/>
        <a:p>
          <a:endParaRPr lang="en-US"/>
        </a:p>
      </dgm:t>
    </dgm:pt>
    <dgm:pt modelId="{B8468E6A-8E1B-0745-A1C8-7F2809653837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900" b="0" i="0" u="none" dirty="0">
              <a:latin typeface="Helvetica" pitchFamily="2" charset="0"/>
            </a:rPr>
            <a:t>contrasts:</a:t>
          </a:r>
          <a:endParaRPr lang="en-US" sz="900" dirty="0">
            <a:latin typeface="Helvetica" pitchFamily="2" charset="0"/>
          </a:endParaRPr>
        </a:p>
      </dgm:t>
    </dgm:pt>
    <dgm:pt modelId="{0106EE98-ACD1-7840-9D37-7DE7882764E5}" type="parTrans" cxnId="{92E70118-CDBB-8A45-8E52-3770CD336D79}">
      <dgm:prSet/>
      <dgm:spPr/>
      <dgm:t>
        <a:bodyPr/>
        <a:lstStyle/>
        <a:p>
          <a:endParaRPr lang="en-US"/>
        </a:p>
      </dgm:t>
    </dgm:pt>
    <dgm:pt modelId="{F61E2965-7F05-BE4E-8954-1C50E0D7C182}" type="sibTrans" cxnId="{92E70118-CDBB-8A45-8E52-3770CD336D79}">
      <dgm:prSet/>
      <dgm:spPr/>
      <dgm:t>
        <a:bodyPr/>
        <a:lstStyle/>
        <a:p>
          <a:endParaRPr lang="en-US"/>
        </a:p>
      </dgm:t>
    </dgm:pt>
    <dgm:pt modelId="{6B5EDEFC-6BE4-9E41-B48A-080F6CAEF84A}">
      <dgm:prSet/>
      <dgm:spPr/>
      <dgm:t>
        <a:bodyPr/>
        <a:lstStyle/>
        <a:p>
          <a:endParaRPr lang="en-US" dirty="0"/>
        </a:p>
      </dgm:t>
    </dgm:pt>
    <dgm:pt modelId="{E0600B96-E336-9E42-A5CB-0CB31DC15529}" type="parTrans" cxnId="{691D73F0-B06C-BC48-8453-0DC44EF6C342}">
      <dgm:prSet/>
      <dgm:spPr/>
      <dgm:t>
        <a:bodyPr/>
        <a:lstStyle/>
        <a:p>
          <a:endParaRPr lang="en-US"/>
        </a:p>
      </dgm:t>
    </dgm:pt>
    <dgm:pt modelId="{637728D7-9241-5F48-BB9C-C82D3F03F819}" type="sibTrans" cxnId="{691D73F0-B06C-BC48-8453-0DC44EF6C342}">
      <dgm:prSet/>
      <dgm:spPr/>
      <dgm:t>
        <a:bodyPr/>
        <a:lstStyle/>
        <a:p>
          <a:endParaRPr lang="en-US"/>
        </a:p>
      </dgm:t>
    </dgm:pt>
    <dgm:pt modelId="{CE788528-5587-614F-BF43-2229EB4B69F2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900" b="0" i="0" u="none" dirty="0">
              <a:latin typeface="Helvetica" pitchFamily="2" charset="0"/>
            </a:rPr>
            <a:t>log2FC</a:t>
          </a:r>
          <a:endParaRPr lang="en-US" sz="900" dirty="0">
            <a:latin typeface="Helvetica" pitchFamily="2" charset="0"/>
          </a:endParaRPr>
        </a:p>
      </dgm:t>
    </dgm:pt>
    <dgm:pt modelId="{D24BEABB-E935-C74E-AF4F-F5C75C922B4F}" type="parTrans" cxnId="{192C0F34-AD15-2E41-B38A-8AA65D32C67F}">
      <dgm:prSet/>
      <dgm:spPr/>
      <dgm:t>
        <a:bodyPr/>
        <a:lstStyle/>
        <a:p>
          <a:endParaRPr lang="en-US"/>
        </a:p>
      </dgm:t>
    </dgm:pt>
    <dgm:pt modelId="{C61CF091-735B-384B-9E27-968F0A46BE2A}" type="sibTrans" cxnId="{192C0F34-AD15-2E41-B38A-8AA65D32C67F}">
      <dgm:prSet/>
      <dgm:spPr/>
      <dgm:t>
        <a:bodyPr/>
        <a:lstStyle/>
        <a:p>
          <a:endParaRPr lang="en-US"/>
        </a:p>
      </dgm:t>
    </dgm:pt>
    <dgm:pt modelId="{CC00DBD9-F17A-354F-9030-64A4E788101D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900" dirty="0">
              <a:latin typeface="Helvetica" pitchFamily="2" charset="0"/>
            </a:rPr>
            <a:t>highlights strongest </a:t>
          </a:r>
        </a:p>
      </dgm:t>
    </dgm:pt>
    <dgm:pt modelId="{906511A2-35E4-524A-BEC5-740C4EA818BE}" type="parTrans" cxnId="{5237ECCF-89EB-054F-91E8-45B094B3B269}">
      <dgm:prSet/>
      <dgm:spPr/>
      <dgm:t>
        <a:bodyPr/>
        <a:lstStyle/>
        <a:p>
          <a:endParaRPr lang="en-US"/>
        </a:p>
      </dgm:t>
    </dgm:pt>
    <dgm:pt modelId="{C55EB23B-3D0E-AA4A-BE3C-712FD4561C16}" type="sibTrans" cxnId="{5237ECCF-89EB-054F-91E8-45B094B3B269}">
      <dgm:prSet/>
      <dgm:spPr/>
      <dgm:t>
        <a:bodyPr/>
        <a:lstStyle/>
        <a:p>
          <a:endParaRPr lang="en-US"/>
        </a:p>
      </dgm:t>
    </dgm:pt>
    <dgm:pt modelId="{134844F8-E973-3E46-BD4B-F27661DC996E}">
      <dgm:prSet custT="1"/>
      <dgm:spPr/>
      <dgm:t>
        <a:bodyPr/>
        <a:lstStyle/>
        <a:p>
          <a:pPr>
            <a:buFont typeface="Arial" panose="020B0604020202020204" pitchFamily="34" charset="0"/>
            <a:buNone/>
          </a:pPr>
          <a:r>
            <a:rPr lang="en-US" sz="900" b="0" i="1" u="none" dirty="0">
              <a:latin typeface="Helvetica" pitchFamily="2" charset="0"/>
            </a:rPr>
            <a:t>Direction-aware gene sets</a:t>
          </a:r>
        </a:p>
      </dgm:t>
    </dgm:pt>
    <dgm:pt modelId="{62C37F00-FF78-C949-BCC6-17F780611390}" type="sibTrans" cxnId="{A3DF9700-9DAC-E04E-9B91-F44315A717E3}">
      <dgm:prSet/>
      <dgm:spPr/>
      <dgm:t>
        <a:bodyPr/>
        <a:lstStyle/>
        <a:p>
          <a:endParaRPr lang="en-US"/>
        </a:p>
      </dgm:t>
    </dgm:pt>
    <dgm:pt modelId="{F8E97794-8D11-BF4F-8392-F86D3F3B207C}" type="parTrans" cxnId="{A3DF9700-9DAC-E04E-9B91-F44315A717E3}">
      <dgm:prSet/>
      <dgm:spPr/>
      <dgm:t>
        <a:bodyPr/>
        <a:lstStyle/>
        <a:p>
          <a:endParaRPr lang="en-US"/>
        </a:p>
      </dgm:t>
    </dgm:pt>
    <dgm:pt modelId="{FC7EA2F7-B372-4140-9D6F-3E6253195E99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900" b="0" i="0" u="none" dirty="0">
              <a:latin typeface="Helvetica" pitchFamily="2" charset="0"/>
            </a:rPr>
            <a:t>Upregulated genes</a:t>
          </a:r>
        </a:p>
      </dgm:t>
    </dgm:pt>
    <dgm:pt modelId="{19F82D6D-04B1-0B4A-87C9-776D1C04D1E8}" type="parTrans" cxnId="{33FE6038-A83B-F040-81B7-B7053E9BAD7E}">
      <dgm:prSet/>
      <dgm:spPr/>
      <dgm:t>
        <a:bodyPr/>
        <a:lstStyle/>
        <a:p>
          <a:endParaRPr lang="en-US"/>
        </a:p>
      </dgm:t>
    </dgm:pt>
    <dgm:pt modelId="{0E1FFC5F-E78B-FC4F-B75F-E974E847F72C}" type="sibTrans" cxnId="{33FE6038-A83B-F040-81B7-B7053E9BAD7E}">
      <dgm:prSet/>
      <dgm:spPr/>
      <dgm:t>
        <a:bodyPr/>
        <a:lstStyle/>
        <a:p>
          <a:endParaRPr lang="en-US"/>
        </a:p>
      </dgm:t>
    </dgm:pt>
    <dgm:pt modelId="{B77C66BA-0BC9-E645-9AE4-A94A934B6380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900" b="0" i="0" u="none" dirty="0" err="1">
              <a:latin typeface="Helvetica" pitchFamily="2" charset="0"/>
            </a:rPr>
            <a:t>Enrichr</a:t>
          </a:r>
          <a:r>
            <a:rPr lang="en-US" sz="900" b="0" i="0" u="none" dirty="0">
              <a:latin typeface="Helvetica" pitchFamily="2" charset="0"/>
            </a:rPr>
            <a:t> / GSEA-style analysis</a:t>
          </a:r>
        </a:p>
      </dgm:t>
    </dgm:pt>
    <dgm:pt modelId="{C4980A73-A4AF-FF4E-B240-8F0C5C1CCCA9}" type="parTrans" cxnId="{92242DA1-0FCF-EE45-9B58-18822382684D}">
      <dgm:prSet/>
      <dgm:spPr/>
      <dgm:t>
        <a:bodyPr/>
        <a:lstStyle/>
        <a:p>
          <a:endParaRPr lang="en-US"/>
        </a:p>
      </dgm:t>
    </dgm:pt>
    <dgm:pt modelId="{B5A06249-26FE-2240-8CB7-FC69215D0643}" type="sibTrans" cxnId="{92242DA1-0FCF-EE45-9B58-18822382684D}">
      <dgm:prSet/>
      <dgm:spPr/>
      <dgm:t>
        <a:bodyPr/>
        <a:lstStyle/>
        <a:p>
          <a:endParaRPr lang="en-US"/>
        </a:p>
      </dgm:t>
    </dgm:pt>
    <dgm:pt modelId="{896F5E05-25CF-D043-86FA-E1CEA8AB293A}">
      <dgm:prSet/>
      <dgm:spPr/>
      <dgm:t>
        <a:bodyPr/>
        <a:lstStyle/>
        <a:p>
          <a:endParaRPr lang="en-US" dirty="0"/>
        </a:p>
      </dgm:t>
    </dgm:pt>
    <dgm:pt modelId="{19FF46E6-C9F0-ED43-AEB3-D4E975347DF2}" type="parTrans" cxnId="{191B6369-225A-B04E-B93B-C4791DFDD384}">
      <dgm:prSet/>
      <dgm:spPr/>
      <dgm:t>
        <a:bodyPr/>
        <a:lstStyle/>
        <a:p>
          <a:endParaRPr lang="en-US"/>
        </a:p>
      </dgm:t>
    </dgm:pt>
    <dgm:pt modelId="{784590CB-23C5-3F42-8CD0-A73E95874341}" type="sibTrans" cxnId="{191B6369-225A-B04E-B93B-C4791DFDD384}">
      <dgm:prSet/>
      <dgm:spPr/>
      <dgm:t>
        <a:bodyPr/>
        <a:lstStyle/>
        <a:p>
          <a:endParaRPr lang="en-US"/>
        </a:p>
      </dgm:t>
    </dgm:pt>
    <dgm:pt modelId="{8D2AC4F3-C878-D14C-88B9-4255B8492E3E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900" b="0" i="0" u="none" dirty="0">
              <a:latin typeface="Helvetica" pitchFamily="2" charset="0"/>
            </a:rPr>
            <a:t>enrichment tables</a:t>
          </a:r>
        </a:p>
      </dgm:t>
    </dgm:pt>
    <dgm:pt modelId="{6D27DC25-AEAC-E241-A89D-74644E832AB9}" type="parTrans" cxnId="{76787BF3-0E4B-C24B-A9BC-FF9D45CC43DE}">
      <dgm:prSet/>
      <dgm:spPr/>
      <dgm:t>
        <a:bodyPr/>
        <a:lstStyle/>
        <a:p>
          <a:endParaRPr lang="en-US"/>
        </a:p>
      </dgm:t>
    </dgm:pt>
    <dgm:pt modelId="{C509427C-D458-7E42-AE36-6C81493EEC4F}" type="sibTrans" cxnId="{76787BF3-0E4B-C24B-A9BC-FF9D45CC43DE}">
      <dgm:prSet/>
      <dgm:spPr/>
      <dgm:t>
        <a:bodyPr/>
        <a:lstStyle/>
        <a:p>
          <a:endParaRPr lang="en-US"/>
        </a:p>
      </dgm:t>
    </dgm:pt>
    <dgm:pt modelId="{8074D0DC-8B13-C34B-9122-34C4FDF036A0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900" b="0" i="1" dirty="0">
              <a:latin typeface="Helvetica" pitchFamily="2" charset="0"/>
            </a:rPr>
            <a:t>logCPM</a:t>
          </a:r>
          <a:r>
            <a:rPr lang="en-US" sz="900" dirty="0">
              <a:latin typeface="Helvetica" pitchFamily="2" charset="0"/>
            </a:rPr>
            <a:t> (symbol-level)</a:t>
          </a:r>
        </a:p>
      </dgm:t>
    </dgm:pt>
    <dgm:pt modelId="{FCF6B999-D73F-8747-A573-52A30D27A85C}" type="parTrans" cxnId="{1D3E6B73-A232-2343-871A-C5D4B14A0EDB}">
      <dgm:prSet/>
      <dgm:spPr/>
      <dgm:t>
        <a:bodyPr/>
        <a:lstStyle/>
        <a:p>
          <a:endParaRPr lang="en-US"/>
        </a:p>
      </dgm:t>
    </dgm:pt>
    <dgm:pt modelId="{30535F61-2B8C-7C4D-811D-246457E99B55}" type="sibTrans" cxnId="{1D3E6B73-A232-2343-871A-C5D4B14A0EDB}">
      <dgm:prSet/>
      <dgm:spPr/>
      <dgm:t>
        <a:bodyPr/>
        <a:lstStyle/>
        <a:p>
          <a:endParaRPr lang="en-US"/>
        </a:p>
      </dgm:t>
    </dgm:pt>
    <dgm:pt modelId="{23BD24C2-BD83-1443-9D4C-CF917B5C7BDD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endParaRPr lang="en-US" sz="900" dirty="0">
            <a:latin typeface="Helvetica" pitchFamily="2" charset="0"/>
          </a:endParaRPr>
        </a:p>
      </dgm:t>
    </dgm:pt>
    <dgm:pt modelId="{E5AB17AC-7A3D-9847-9147-D356D370A6E2}" type="parTrans" cxnId="{FD323674-9923-0948-A4E9-A6136D062A41}">
      <dgm:prSet/>
      <dgm:spPr/>
      <dgm:t>
        <a:bodyPr/>
        <a:lstStyle/>
        <a:p>
          <a:endParaRPr lang="en-US"/>
        </a:p>
      </dgm:t>
    </dgm:pt>
    <dgm:pt modelId="{25B6D502-643C-8547-9186-1A0B62E5F8C3}" type="sibTrans" cxnId="{FD323674-9923-0948-A4E9-A6136D062A41}">
      <dgm:prSet/>
      <dgm:spPr/>
      <dgm:t>
        <a:bodyPr/>
        <a:lstStyle/>
        <a:p>
          <a:endParaRPr lang="en-US"/>
        </a:p>
      </dgm:t>
    </dgm:pt>
    <dgm:pt modelId="{4A398511-53DF-CF47-A780-1C44D366175E}">
      <dgm:prSet phldrT="[Text]" custT="1"/>
      <dgm:spPr/>
      <dgm:t>
        <a:bodyPr/>
        <a:lstStyle/>
        <a:p>
          <a:pPr>
            <a:buFont typeface="Arial" panose="020B0604020202020204" pitchFamily="34" charset="0"/>
            <a:buNone/>
          </a:pPr>
          <a:endParaRPr lang="en-US" sz="900" i="1" dirty="0">
            <a:latin typeface="Helvetica" pitchFamily="2" charset="0"/>
          </a:endParaRPr>
        </a:p>
      </dgm:t>
    </dgm:pt>
    <dgm:pt modelId="{485D506F-9A9C-4D41-87BB-A9ADF1BBA950}" type="parTrans" cxnId="{5B23C08B-13DD-7146-8760-D632CA9A1104}">
      <dgm:prSet/>
      <dgm:spPr/>
      <dgm:t>
        <a:bodyPr/>
        <a:lstStyle/>
        <a:p>
          <a:endParaRPr lang="en-US"/>
        </a:p>
      </dgm:t>
    </dgm:pt>
    <dgm:pt modelId="{C69638B1-BE45-B543-A5A8-9AECCB856212}" type="sibTrans" cxnId="{5B23C08B-13DD-7146-8760-D632CA9A1104}">
      <dgm:prSet/>
      <dgm:spPr/>
      <dgm:t>
        <a:bodyPr/>
        <a:lstStyle/>
        <a:p>
          <a:endParaRPr lang="en-US"/>
        </a:p>
      </dgm:t>
    </dgm:pt>
    <dgm:pt modelId="{60696620-E2C0-B64C-9D22-E13B74596ECB}">
      <dgm:prSet phldrT="[Text]" custT="1"/>
      <dgm:spPr/>
      <dgm:t>
        <a:bodyPr/>
        <a:lstStyle/>
        <a:p>
          <a:pPr>
            <a:buFont typeface="Arial" panose="020B0604020202020204" pitchFamily="34" charset="0"/>
            <a:buNone/>
          </a:pPr>
          <a:endParaRPr lang="en-US" sz="900" i="1" dirty="0">
            <a:latin typeface="Helvetica" pitchFamily="2" charset="0"/>
          </a:endParaRPr>
        </a:p>
      </dgm:t>
    </dgm:pt>
    <dgm:pt modelId="{94E9C171-0BDF-B040-A4C9-740212CF4B38}" type="parTrans" cxnId="{028491D9-D372-0747-95B4-C680930183D6}">
      <dgm:prSet/>
      <dgm:spPr/>
      <dgm:t>
        <a:bodyPr/>
        <a:lstStyle/>
        <a:p>
          <a:endParaRPr lang="en-US"/>
        </a:p>
      </dgm:t>
    </dgm:pt>
    <dgm:pt modelId="{B36373FA-502D-ED4C-B821-30F88124FF67}" type="sibTrans" cxnId="{028491D9-D372-0747-95B4-C680930183D6}">
      <dgm:prSet/>
      <dgm:spPr/>
      <dgm:t>
        <a:bodyPr/>
        <a:lstStyle/>
        <a:p>
          <a:endParaRPr lang="en-US"/>
        </a:p>
      </dgm:t>
    </dgm:pt>
    <dgm:pt modelId="{686936BA-D5C0-EC4A-868F-D26B7C113448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endParaRPr lang="en-US" sz="900" i="1" dirty="0">
            <a:latin typeface="Helvetica" pitchFamily="2" charset="0"/>
          </a:endParaRPr>
        </a:p>
      </dgm:t>
    </dgm:pt>
    <dgm:pt modelId="{9A96633A-56F2-C242-990E-268896D5E1CD}" type="parTrans" cxnId="{80CAEBF9-4EE4-EE44-8D39-60F30E0E83A1}">
      <dgm:prSet/>
      <dgm:spPr/>
      <dgm:t>
        <a:bodyPr/>
        <a:lstStyle/>
        <a:p>
          <a:endParaRPr lang="en-US"/>
        </a:p>
      </dgm:t>
    </dgm:pt>
    <dgm:pt modelId="{CCFABE67-DAF6-EB41-808E-2811D6964336}" type="sibTrans" cxnId="{80CAEBF9-4EE4-EE44-8D39-60F30E0E83A1}">
      <dgm:prSet/>
      <dgm:spPr/>
      <dgm:t>
        <a:bodyPr/>
        <a:lstStyle/>
        <a:p>
          <a:endParaRPr lang="en-US"/>
        </a:p>
      </dgm:t>
    </dgm:pt>
    <dgm:pt modelId="{04617FC7-A425-B64B-8696-4ADB18F1CD25}">
      <dgm:prSet custT="1"/>
      <dgm:spPr/>
      <dgm:t>
        <a:bodyPr/>
        <a:lstStyle/>
        <a:p>
          <a:pPr>
            <a:buFont typeface="Arial" panose="020B0604020202020204" pitchFamily="34" charset="0"/>
            <a:buNone/>
          </a:pPr>
          <a:endParaRPr lang="en-US" sz="900" b="0" i="1" u="none" dirty="0">
            <a:latin typeface="Helvetica" pitchFamily="2" charset="0"/>
          </a:endParaRPr>
        </a:p>
      </dgm:t>
    </dgm:pt>
    <dgm:pt modelId="{9E672A7D-4D71-6749-B1AF-0BD19A501EB0}" type="parTrans" cxnId="{7AAD65EB-101E-3D4F-874C-D4770BB86562}">
      <dgm:prSet/>
      <dgm:spPr/>
      <dgm:t>
        <a:bodyPr/>
        <a:lstStyle/>
        <a:p>
          <a:endParaRPr lang="en-US"/>
        </a:p>
      </dgm:t>
    </dgm:pt>
    <dgm:pt modelId="{84A4B815-6010-9B4B-806B-AE0B4B73FEEB}" type="sibTrans" cxnId="{7AAD65EB-101E-3D4F-874C-D4770BB86562}">
      <dgm:prSet/>
      <dgm:spPr/>
      <dgm:t>
        <a:bodyPr/>
        <a:lstStyle/>
        <a:p>
          <a:endParaRPr lang="en-US"/>
        </a:p>
      </dgm:t>
    </dgm:pt>
    <dgm:pt modelId="{D38751D8-04D3-FB41-BE50-113186CE9249}">
      <dgm:prSet custT="1"/>
      <dgm:spPr/>
      <dgm:t>
        <a:bodyPr/>
        <a:lstStyle/>
        <a:p>
          <a:pPr>
            <a:buFont typeface="Arial" panose="020B0604020202020204" pitchFamily="34" charset="0"/>
            <a:buNone/>
          </a:pPr>
          <a:endParaRPr lang="en-US" sz="900" b="0" i="1" u="none" dirty="0">
            <a:latin typeface="Helvetica" pitchFamily="2" charset="0"/>
          </a:endParaRPr>
        </a:p>
      </dgm:t>
    </dgm:pt>
    <dgm:pt modelId="{A78064D7-7A89-EA43-ACDF-E39D7A3F4F61}" type="parTrans" cxnId="{A5D9B3CB-E1DC-0D4A-A531-2474DE8E3001}">
      <dgm:prSet/>
      <dgm:spPr/>
      <dgm:t>
        <a:bodyPr/>
        <a:lstStyle/>
        <a:p>
          <a:endParaRPr lang="en-US"/>
        </a:p>
      </dgm:t>
    </dgm:pt>
    <dgm:pt modelId="{09CA87E1-4539-FD49-9A77-507ACC50A220}" type="sibTrans" cxnId="{A5D9B3CB-E1DC-0D4A-A531-2474DE8E3001}">
      <dgm:prSet/>
      <dgm:spPr/>
      <dgm:t>
        <a:bodyPr/>
        <a:lstStyle/>
        <a:p>
          <a:endParaRPr lang="en-US"/>
        </a:p>
      </dgm:t>
    </dgm:pt>
    <dgm:pt modelId="{0E742E11-124E-384E-AFFB-A23152CEE719}">
      <dgm:prSet custT="1"/>
      <dgm:spPr/>
      <dgm:t>
        <a:bodyPr/>
        <a:lstStyle/>
        <a:p>
          <a:pPr>
            <a:buFont typeface="Arial" panose="020B0604020202020204" pitchFamily="34" charset="0"/>
            <a:buNone/>
          </a:pPr>
          <a:endParaRPr lang="en-US" sz="900" b="0" i="1" u="none" dirty="0">
            <a:latin typeface="Helvetica" pitchFamily="2" charset="0"/>
          </a:endParaRPr>
        </a:p>
      </dgm:t>
    </dgm:pt>
    <dgm:pt modelId="{5A4B3559-9328-BB4F-8D0E-F9B6DEA6F56F}" type="parTrans" cxnId="{DCC8185E-FAD7-E84C-9604-80F82E9FA1BC}">
      <dgm:prSet/>
      <dgm:spPr/>
      <dgm:t>
        <a:bodyPr/>
        <a:lstStyle/>
        <a:p>
          <a:endParaRPr lang="en-US"/>
        </a:p>
      </dgm:t>
    </dgm:pt>
    <dgm:pt modelId="{462CFEB2-5E9E-4C4F-9878-14273AED566D}" type="sibTrans" cxnId="{DCC8185E-FAD7-E84C-9604-80F82E9FA1BC}">
      <dgm:prSet/>
      <dgm:spPr/>
      <dgm:t>
        <a:bodyPr/>
        <a:lstStyle/>
        <a:p>
          <a:endParaRPr lang="en-US"/>
        </a:p>
      </dgm:t>
    </dgm:pt>
    <dgm:pt modelId="{1B26BEAE-5FEC-944C-BE31-B52B509E0E53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endParaRPr lang="en-US" sz="900" b="0" i="0" u="none" dirty="0">
            <a:latin typeface="Helvetica" pitchFamily="2" charset="0"/>
          </a:endParaRPr>
        </a:p>
      </dgm:t>
    </dgm:pt>
    <dgm:pt modelId="{31E18529-576D-4D4A-BD73-544FAB818A55}" type="parTrans" cxnId="{13EAD144-2CE4-CF44-968D-475A41733F3A}">
      <dgm:prSet/>
      <dgm:spPr/>
      <dgm:t>
        <a:bodyPr/>
        <a:lstStyle/>
        <a:p>
          <a:endParaRPr lang="en-US"/>
        </a:p>
      </dgm:t>
    </dgm:pt>
    <dgm:pt modelId="{16F0D661-5D27-6F43-A462-620EEEB74CDB}" type="sibTrans" cxnId="{13EAD144-2CE4-CF44-968D-475A41733F3A}">
      <dgm:prSet/>
      <dgm:spPr/>
      <dgm:t>
        <a:bodyPr/>
        <a:lstStyle/>
        <a:p>
          <a:endParaRPr lang="en-US"/>
        </a:p>
      </dgm:t>
    </dgm:pt>
    <dgm:pt modelId="{E102F523-103D-094C-BAD1-80A66945A501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endParaRPr lang="en-US" sz="900" b="0" i="0" u="none" dirty="0">
            <a:latin typeface="Helvetica" pitchFamily="2" charset="0"/>
          </a:endParaRPr>
        </a:p>
      </dgm:t>
    </dgm:pt>
    <dgm:pt modelId="{47036F25-1C97-654C-9AE1-721E0C2A4CC3}" type="parTrans" cxnId="{EE0CFA54-EECE-E542-893F-09BE91DFBCBC}">
      <dgm:prSet/>
      <dgm:spPr/>
      <dgm:t>
        <a:bodyPr/>
        <a:lstStyle/>
        <a:p>
          <a:endParaRPr lang="en-US"/>
        </a:p>
      </dgm:t>
    </dgm:pt>
    <dgm:pt modelId="{E99830F8-ACD0-EA45-A8EB-6182D2ED639C}" type="sibTrans" cxnId="{EE0CFA54-EECE-E542-893F-09BE91DFBCBC}">
      <dgm:prSet/>
      <dgm:spPr/>
      <dgm:t>
        <a:bodyPr/>
        <a:lstStyle/>
        <a:p>
          <a:endParaRPr lang="en-US"/>
        </a:p>
      </dgm:t>
    </dgm:pt>
    <dgm:pt modelId="{4AA251AB-84E7-044C-8617-65DE459D5F9C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900" dirty="0">
              <a:latin typeface="Helvetica" pitchFamily="2" charset="0"/>
            </a:rPr>
            <a:t>differentially expressed genes</a:t>
          </a:r>
        </a:p>
      </dgm:t>
    </dgm:pt>
    <dgm:pt modelId="{085837C2-7808-5D4D-B04D-9E36EBA1ADD5}" type="parTrans" cxnId="{9B45D46B-27DE-774F-8471-14269DC8BA60}">
      <dgm:prSet/>
      <dgm:spPr/>
      <dgm:t>
        <a:bodyPr/>
        <a:lstStyle/>
        <a:p>
          <a:endParaRPr lang="en-US"/>
        </a:p>
      </dgm:t>
    </dgm:pt>
    <dgm:pt modelId="{3935C031-F101-924C-8379-CB82F07E656B}" type="sibTrans" cxnId="{9B45D46B-27DE-774F-8471-14269DC8BA60}">
      <dgm:prSet/>
      <dgm:spPr/>
      <dgm:t>
        <a:bodyPr/>
        <a:lstStyle/>
        <a:p>
          <a:endParaRPr lang="en-US"/>
        </a:p>
      </dgm:t>
    </dgm:pt>
    <dgm:pt modelId="{E523040D-A447-1042-BA36-72E85C383DF2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900" dirty="0">
              <a:latin typeface="Helvetica" pitchFamily="2" charset="0"/>
            </a:rPr>
            <a:t>thresholds:</a:t>
          </a:r>
        </a:p>
      </dgm:t>
    </dgm:pt>
    <dgm:pt modelId="{8BA02416-4B0F-4F43-86EB-0859FBE1DE0F}" type="parTrans" cxnId="{85D3117B-A24E-C94F-BD68-BD0D9784CB46}">
      <dgm:prSet/>
      <dgm:spPr/>
      <dgm:t>
        <a:bodyPr/>
        <a:lstStyle/>
        <a:p>
          <a:endParaRPr lang="en-US"/>
        </a:p>
      </dgm:t>
    </dgm:pt>
    <dgm:pt modelId="{C8C7ABCE-1723-A741-85EF-985EBE6500C3}" type="sibTrans" cxnId="{85D3117B-A24E-C94F-BD68-BD0D9784CB46}">
      <dgm:prSet/>
      <dgm:spPr/>
      <dgm:t>
        <a:bodyPr/>
        <a:lstStyle/>
        <a:p>
          <a:endParaRPr lang="en-US"/>
        </a:p>
      </dgm:t>
    </dgm:pt>
    <dgm:pt modelId="{F5F257FC-0F24-6141-9068-4345FD753125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endParaRPr lang="en-US" sz="900" b="0" i="0" u="none" dirty="0">
            <a:latin typeface="Helvetica" pitchFamily="2" charset="0"/>
          </a:endParaRPr>
        </a:p>
      </dgm:t>
    </dgm:pt>
    <dgm:pt modelId="{7B6FE9C2-012A-314F-B61B-3470B9694868}" type="parTrans" cxnId="{AD054A7C-B143-FC4D-AA8F-DF3B9EF0F6F0}">
      <dgm:prSet/>
      <dgm:spPr/>
      <dgm:t>
        <a:bodyPr/>
        <a:lstStyle/>
        <a:p>
          <a:endParaRPr lang="en-US"/>
        </a:p>
      </dgm:t>
    </dgm:pt>
    <dgm:pt modelId="{910ECA95-67BA-FA46-8327-0EE5199EB945}" type="sibTrans" cxnId="{AD054A7C-B143-FC4D-AA8F-DF3B9EF0F6F0}">
      <dgm:prSet/>
      <dgm:spPr/>
      <dgm:t>
        <a:bodyPr/>
        <a:lstStyle/>
        <a:p>
          <a:endParaRPr lang="en-US"/>
        </a:p>
      </dgm:t>
    </dgm:pt>
    <dgm:pt modelId="{3CE228BE-3DA7-D54A-807B-2E5ED5F6DD6A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900" b="0" i="0" u="none" dirty="0" err="1">
              <a:latin typeface="Helvetica" pitchFamily="2" charset="0"/>
            </a:rPr>
            <a:t>early.csv</a:t>
          </a:r>
          <a:endParaRPr lang="en-US" sz="900" b="0" i="0" u="none" dirty="0">
            <a:latin typeface="Helvetica" pitchFamily="2" charset="0"/>
          </a:endParaRPr>
        </a:p>
      </dgm:t>
    </dgm:pt>
    <dgm:pt modelId="{4E170F47-5A3A-8F4B-B58C-19E8743C14F0}" type="parTrans" cxnId="{9700F6DC-3618-274C-ADD6-A954EFDF64D8}">
      <dgm:prSet/>
      <dgm:spPr/>
      <dgm:t>
        <a:bodyPr/>
        <a:lstStyle/>
        <a:p>
          <a:endParaRPr lang="en-US"/>
        </a:p>
      </dgm:t>
    </dgm:pt>
    <dgm:pt modelId="{9942E02B-94B7-3B46-B80F-C87306B01D69}" type="sibTrans" cxnId="{9700F6DC-3618-274C-ADD6-A954EFDF64D8}">
      <dgm:prSet/>
      <dgm:spPr/>
      <dgm:t>
        <a:bodyPr/>
        <a:lstStyle/>
        <a:p>
          <a:endParaRPr lang="en-US"/>
        </a:p>
      </dgm:t>
    </dgm:pt>
    <dgm:pt modelId="{B0368CA6-3685-7049-9DC6-C905636ABE29}">
      <dgm:prSet custT="1"/>
      <dgm:spPr/>
      <dgm:t>
        <a:bodyPr/>
        <a:lstStyle/>
        <a:p>
          <a:pPr>
            <a:buFont typeface="Courier New" panose="02070309020205020404" pitchFamily="49" charset="0"/>
            <a:buChar char="o"/>
          </a:pPr>
          <a:endParaRPr lang="en-US" sz="900" b="0" i="0" u="none" dirty="0">
            <a:latin typeface="Helvetica" pitchFamily="2" charset="0"/>
          </a:endParaRPr>
        </a:p>
      </dgm:t>
    </dgm:pt>
    <dgm:pt modelId="{832D3D1D-F3EC-354B-83D2-C9577F7CD6F5}" type="parTrans" cxnId="{6302DF1B-1E63-954C-BE02-31CB1CAC04DB}">
      <dgm:prSet/>
      <dgm:spPr/>
      <dgm:t>
        <a:bodyPr/>
        <a:lstStyle/>
        <a:p>
          <a:endParaRPr lang="en-US"/>
        </a:p>
      </dgm:t>
    </dgm:pt>
    <dgm:pt modelId="{5C7AEDA3-B26D-9A4A-9C25-646FDD6B5C48}" type="sibTrans" cxnId="{6302DF1B-1E63-954C-BE02-31CB1CAC04DB}">
      <dgm:prSet/>
      <dgm:spPr/>
      <dgm:t>
        <a:bodyPr/>
        <a:lstStyle/>
        <a:p>
          <a:endParaRPr lang="en-US"/>
        </a:p>
      </dgm:t>
    </dgm:pt>
    <dgm:pt modelId="{42B02ACF-D616-EC44-9BE1-D85A6BD01522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endParaRPr lang="en-US" sz="900" b="0" i="0" u="none" dirty="0">
            <a:latin typeface="Helvetica" pitchFamily="2" charset="0"/>
          </a:endParaRPr>
        </a:p>
      </dgm:t>
    </dgm:pt>
    <dgm:pt modelId="{61A02348-1472-D146-A7DD-46D29810294F}" type="parTrans" cxnId="{95D195C0-F1D1-4742-8F3C-71A40ACD34BA}">
      <dgm:prSet/>
      <dgm:spPr/>
      <dgm:t>
        <a:bodyPr/>
        <a:lstStyle/>
        <a:p>
          <a:endParaRPr lang="en-US"/>
        </a:p>
      </dgm:t>
    </dgm:pt>
    <dgm:pt modelId="{CFFDA296-0EAD-AA48-96D9-F25D49F9ECE9}" type="sibTrans" cxnId="{95D195C0-F1D1-4742-8F3C-71A40ACD34BA}">
      <dgm:prSet/>
      <dgm:spPr/>
      <dgm:t>
        <a:bodyPr/>
        <a:lstStyle/>
        <a:p>
          <a:endParaRPr lang="en-US"/>
        </a:p>
      </dgm:t>
    </dgm:pt>
    <dgm:pt modelId="{2297FE90-F822-FD41-9896-D1D149AA928E}" type="pres">
      <dgm:prSet presAssocID="{62282A74-D35E-914B-81CD-953B68F50298}" presName="Name0" presStyleCnt="0">
        <dgm:presLayoutVars>
          <dgm:dir/>
          <dgm:animLvl val="lvl"/>
          <dgm:resizeHandles val="exact"/>
        </dgm:presLayoutVars>
      </dgm:prSet>
      <dgm:spPr/>
    </dgm:pt>
    <dgm:pt modelId="{7B98A648-2BBA-174B-A6E1-55852336FD2B}" type="pres">
      <dgm:prSet presAssocID="{0E81084C-665F-7A40-8621-288823A6D91A}" presName="composite" presStyleCnt="0"/>
      <dgm:spPr/>
    </dgm:pt>
    <dgm:pt modelId="{FBF6FE0A-A1E0-D940-999E-D6642ED4A453}" type="pres">
      <dgm:prSet presAssocID="{0E81084C-665F-7A40-8621-288823A6D91A}" presName="parTx" presStyleLbl="alignNode1" presStyleIdx="0" presStyleCnt="7" custLinFactNeighborX="-726">
        <dgm:presLayoutVars>
          <dgm:chMax val="0"/>
          <dgm:chPref val="0"/>
          <dgm:bulletEnabled val="1"/>
        </dgm:presLayoutVars>
      </dgm:prSet>
      <dgm:spPr/>
    </dgm:pt>
    <dgm:pt modelId="{44166239-56FF-E042-BB85-390DFA25077A}" type="pres">
      <dgm:prSet presAssocID="{0E81084C-665F-7A40-8621-288823A6D91A}" presName="desTx" presStyleLbl="alignAccFollowNode1" presStyleIdx="0" presStyleCnt="7" custLinFactNeighborX="-1066" custLinFactNeighborY="86">
        <dgm:presLayoutVars>
          <dgm:bulletEnabled val="1"/>
        </dgm:presLayoutVars>
      </dgm:prSet>
      <dgm:spPr/>
    </dgm:pt>
    <dgm:pt modelId="{893FC16C-8F9C-6E4D-9078-E9FC970F88C2}" type="pres">
      <dgm:prSet presAssocID="{F9617641-F587-814E-95E8-73095EFA605F}" presName="space" presStyleCnt="0"/>
      <dgm:spPr/>
    </dgm:pt>
    <dgm:pt modelId="{9E3BD202-241B-A642-9A9C-86C971D2C4E2}" type="pres">
      <dgm:prSet presAssocID="{701A8435-98D4-3549-BD60-C83F7E74F191}" presName="composite" presStyleCnt="0"/>
      <dgm:spPr/>
    </dgm:pt>
    <dgm:pt modelId="{4A0BD58D-1EEF-3545-8F73-6B4F3C6D0024}" type="pres">
      <dgm:prSet presAssocID="{701A8435-98D4-3549-BD60-C83F7E74F191}" presName="parTx" presStyleLbl="alignNode1" presStyleIdx="1" presStyleCnt="7">
        <dgm:presLayoutVars>
          <dgm:chMax val="0"/>
          <dgm:chPref val="0"/>
          <dgm:bulletEnabled val="1"/>
        </dgm:presLayoutVars>
      </dgm:prSet>
      <dgm:spPr/>
    </dgm:pt>
    <dgm:pt modelId="{7113D888-A091-0148-B809-558500F11730}" type="pres">
      <dgm:prSet presAssocID="{701A8435-98D4-3549-BD60-C83F7E74F191}" presName="desTx" presStyleLbl="alignAccFollowNode1" presStyleIdx="1" presStyleCnt="7">
        <dgm:presLayoutVars>
          <dgm:bulletEnabled val="1"/>
        </dgm:presLayoutVars>
      </dgm:prSet>
      <dgm:spPr/>
    </dgm:pt>
    <dgm:pt modelId="{D244DF25-734F-014D-B063-8782BD6665B0}" type="pres">
      <dgm:prSet presAssocID="{A7654FA2-6DEE-1B48-972E-B979A9FF376C}" presName="space" presStyleCnt="0"/>
      <dgm:spPr/>
    </dgm:pt>
    <dgm:pt modelId="{69EAD28E-E375-9E4C-A2F2-FA0E23352BE7}" type="pres">
      <dgm:prSet presAssocID="{820B0744-2C7F-1B4D-B396-CAF01C0D130F}" presName="composite" presStyleCnt="0"/>
      <dgm:spPr/>
    </dgm:pt>
    <dgm:pt modelId="{6555432B-9DF8-724F-8E30-71C0601F40F0}" type="pres">
      <dgm:prSet presAssocID="{820B0744-2C7F-1B4D-B396-CAF01C0D130F}" presName="parTx" presStyleLbl="alignNode1" presStyleIdx="2" presStyleCnt="7">
        <dgm:presLayoutVars>
          <dgm:chMax val="0"/>
          <dgm:chPref val="0"/>
          <dgm:bulletEnabled val="1"/>
        </dgm:presLayoutVars>
      </dgm:prSet>
      <dgm:spPr/>
    </dgm:pt>
    <dgm:pt modelId="{74E1EE4E-5633-F746-8414-2E58AD18F8F7}" type="pres">
      <dgm:prSet presAssocID="{820B0744-2C7F-1B4D-B396-CAF01C0D130F}" presName="desTx" presStyleLbl="alignAccFollowNode1" presStyleIdx="2" presStyleCnt="7">
        <dgm:presLayoutVars>
          <dgm:bulletEnabled val="1"/>
        </dgm:presLayoutVars>
      </dgm:prSet>
      <dgm:spPr/>
    </dgm:pt>
    <dgm:pt modelId="{3D971949-9124-B444-A1B5-377E14D7446C}" type="pres">
      <dgm:prSet presAssocID="{51920D77-AA92-EB47-8544-CA4FC67E76CF}" presName="space" presStyleCnt="0"/>
      <dgm:spPr/>
    </dgm:pt>
    <dgm:pt modelId="{763631C3-8037-1445-98AD-42DF0A3E85FE}" type="pres">
      <dgm:prSet presAssocID="{3C31C087-F44D-3242-BEF1-1419442F0CB5}" presName="composite" presStyleCnt="0"/>
      <dgm:spPr/>
    </dgm:pt>
    <dgm:pt modelId="{763EEBA5-2A97-7545-B388-BB57D917C4C6}" type="pres">
      <dgm:prSet presAssocID="{3C31C087-F44D-3242-BEF1-1419442F0CB5}" presName="parTx" presStyleLbl="alignNode1" presStyleIdx="3" presStyleCnt="7">
        <dgm:presLayoutVars>
          <dgm:chMax val="0"/>
          <dgm:chPref val="0"/>
          <dgm:bulletEnabled val="1"/>
        </dgm:presLayoutVars>
      </dgm:prSet>
      <dgm:spPr/>
    </dgm:pt>
    <dgm:pt modelId="{2CA682A4-E48E-8D4E-90D8-411450594F85}" type="pres">
      <dgm:prSet presAssocID="{3C31C087-F44D-3242-BEF1-1419442F0CB5}" presName="desTx" presStyleLbl="alignAccFollowNode1" presStyleIdx="3" presStyleCnt="7">
        <dgm:presLayoutVars>
          <dgm:bulletEnabled val="1"/>
        </dgm:presLayoutVars>
      </dgm:prSet>
      <dgm:spPr/>
    </dgm:pt>
    <dgm:pt modelId="{00890C45-7F30-764F-A1BD-F0A2A2F5B4E2}" type="pres">
      <dgm:prSet presAssocID="{CE3177CF-2976-BC4A-971A-7018F81F441F}" presName="space" presStyleCnt="0"/>
      <dgm:spPr/>
    </dgm:pt>
    <dgm:pt modelId="{DA7C9088-B863-0442-A5C8-DC950D478819}" type="pres">
      <dgm:prSet presAssocID="{528B0447-750C-B84B-B38E-6C4CE45E8FD1}" presName="composite" presStyleCnt="0"/>
      <dgm:spPr/>
    </dgm:pt>
    <dgm:pt modelId="{B1F44652-1785-2342-919B-E792338E35F3}" type="pres">
      <dgm:prSet presAssocID="{528B0447-750C-B84B-B38E-6C4CE45E8FD1}" presName="parTx" presStyleLbl="alignNode1" presStyleIdx="4" presStyleCnt="7">
        <dgm:presLayoutVars>
          <dgm:chMax val="0"/>
          <dgm:chPref val="0"/>
          <dgm:bulletEnabled val="1"/>
        </dgm:presLayoutVars>
      </dgm:prSet>
      <dgm:spPr/>
    </dgm:pt>
    <dgm:pt modelId="{CE5F70C5-46D1-F941-BA20-6505D8125C99}" type="pres">
      <dgm:prSet presAssocID="{528B0447-750C-B84B-B38E-6C4CE45E8FD1}" presName="desTx" presStyleLbl="alignAccFollowNode1" presStyleIdx="4" presStyleCnt="7">
        <dgm:presLayoutVars>
          <dgm:bulletEnabled val="1"/>
        </dgm:presLayoutVars>
      </dgm:prSet>
      <dgm:spPr/>
    </dgm:pt>
    <dgm:pt modelId="{AB87FBA0-9E03-0A43-837E-20148E67BD10}" type="pres">
      <dgm:prSet presAssocID="{549AA73C-4F66-9E49-A5A9-30C9BAD99AF5}" presName="space" presStyleCnt="0"/>
      <dgm:spPr/>
    </dgm:pt>
    <dgm:pt modelId="{C9C04AF7-5C53-9642-BD9D-0B04D3A30399}" type="pres">
      <dgm:prSet presAssocID="{F2A05C70-64D0-174F-96CA-8D8886A42700}" presName="composite" presStyleCnt="0"/>
      <dgm:spPr/>
    </dgm:pt>
    <dgm:pt modelId="{BB209C84-3A08-FB4C-A922-B95B7FDD58EF}" type="pres">
      <dgm:prSet presAssocID="{F2A05C70-64D0-174F-96CA-8D8886A42700}" presName="parTx" presStyleLbl="alignNode1" presStyleIdx="5" presStyleCnt="7" custLinFactNeighborX="-6" custLinFactNeighborY="2700">
        <dgm:presLayoutVars>
          <dgm:chMax val="0"/>
          <dgm:chPref val="0"/>
          <dgm:bulletEnabled val="1"/>
        </dgm:presLayoutVars>
      </dgm:prSet>
      <dgm:spPr/>
    </dgm:pt>
    <dgm:pt modelId="{2393E5E2-B7D6-5649-940D-13F8B1FB5DDE}" type="pres">
      <dgm:prSet presAssocID="{F2A05C70-64D0-174F-96CA-8D8886A42700}" presName="desTx" presStyleLbl="alignAccFollowNode1" presStyleIdx="5" presStyleCnt="7">
        <dgm:presLayoutVars>
          <dgm:bulletEnabled val="1"/>
        </dgm:presLayoutVars>
      </dgm:prSet>
      <dgm:spPr/>
    </dgm:pt>
    <dgm:pt modelId="{99700484-5C5B-E14C-9EC5-617C6B72810B}" type="pres">
      <dgm:prSet presAssocID="{CC3E2A9E-8753-8043-BC04-CF631D59C516}" presName="space" presStyleCnt="0"/>
      <dgm:spPr/>
    </dgm:pt>
    <dgm:pt modelId="{C19DCCA0-CF82-1A4D-84B2-8B0C209034C2}" type="pres">
      <dgm:prSet presAssocID="{206B004E-E561-9D43-B840-3F6B468C6D72}" presName="composite" presStyleCnt="0"/>
      <dgm:spPr/>
    </dgm:pt>
    <dgm:pt modelId="{A65C912B-5A8B-F74D-91B5-61A3D50B2E45}" type="pres">
      <dgm:prSet presAssocID="{206B004E-E561-9D43-B840-3F6B468C6D72}" presName="parTx" presStyleLbl="alignNode1" presStyleIdx="6" presStyleCnt="7">
        <dgm:presLayoutVars>
          <dgm:chMax val="0"/>
          <dgm:chPref val="0"/>
          <dgm:bulletEnabled val="1"/>
        </dgm:presLayoutVars>
      </dgm:prSet>
      <dgm:spPr/>
    </dgm:pt>
    <dgm:pt modelId="{1A71BF6A-449B-F446-83EE-5DE84234424B}" type="pres">
      <dgm:prSet presAssocID="{206B004E-E561-9D43-B840-3F6B468C6D72}" presName="desTx" presStyleLbl="alignAccFollowNode1" presStyleIdx="6" presStyleCnt="7">
        <dgm:presLayoutVars>
          <dgm:bulletEnabled val="1"/>
        </dgm:presLayoutVars>
      </dgm:prSet>
      <dgm:spPr/>
    </dgm:pt>
  </dgm:ptLst>
  <dgm:cxnLst>
    <dgm:cxn modelId="{A3DF9700-9DAC-E04E-9B91-F44315A717E3}" srcId="{528B0447-750C-B84B-B38E-6C4CE45E8FD1}" destId="{134844F8-E973-3E46-BD4B-F27661DC996E}" srcOrd="0" destOrd="0" parTransId="{F8E97794-8D11-BF4F-8392-F86D3F3B207C}" sibTransId="{62C37F00-FF78-C949-BCC6-17F780611390}"/>
    <dgm:cxn modelId="{99B32A02-C1D7-D54B-9393-F3D4C26A5632}" type="presOf" srcId="{F2A05C70-64D0-174F-96CA-8D8886A42700}" destId="{BB209C84-3A08-FB4C-A922-B95B7FDD58EF}" srcOrd="0" destOrd="0" presId="urn:microsoft.com/office/officeart/2005/8/layout/hList1"/>
    <dgm:cxn modelId="{02F30D05-80E5-FC4B-896B-E1656332323A}" type="presOf" srcId="{C7D5B991-1BC7-8C4E-82D8-FFDF94B0E59C}" destId="{1A71BF6A-449B-F446-83EE-5DE84234424B}" srcOrd="0" destOrd="3" presId="urn:microsoft.com/office/officeart/2005/8/layout/hList1"/>
    <dgm:cxn modelId="{7477720D-CAEC-DC47-833B-D9886F9FC833}" type="presOf" srcId="{896F5E05-25CF-D043-86FA-E1CEA8AB293A}" destId="{1A71BF6A-449B-F446-83EE-5DE84234424B}" srcOrd="0" destOrd="11" presId="urn:microsoft.com/office/officeart/2005/8/layout/hList1"/>
    <dgm:cxn modelId="{AD8D1D0E-A815-2646-B88E-07FDA379E639}" srcId="{3C31C087-F44D-3242-BEF1-1419442F0CB5}" destId="{AB21FAB3-D1DD-054E-BE72-C786F59958BA}" srcOrd="6" destOrd="0" parTransId="{407B32B4-92CC-C044-850A-9327AA1E9A86}" sibTransId="{F77A925D-7954-CA46-B3BF-636E9D0B7C0D}"/>
    <dgm:cxn modelId="{84216B11-1E62-BF42-83E2-7A83275D2E11}" type="presOf" srcId="{4302F14E-AA13-BD45-8AB9-BFB53D1E1BAB}" destId="{2393E5E2-B7D6-5649-940D-13F8B1FB5DDE}" srcOrd="0" destOrd="4" presId="urn:microsoft.com/office/officeart/2005/8/layout/hList1"/>
    <dgm:cxn modelId="{5EBC8911-AE73-574B-9F67-2C38EAC67B8C}" srcId="{528B0447-750C-B84B-B38E-6C4CE45E8FD1}" destId="{C4D63277-072D-2449-A305-78FF1D0E393F}" srcOrd="6" destOrd="0" parTransId="{639AF8AF-5E08-B04A-AACD-5A0B25B6321B}" sibTransId="{B5EC2AEB-0AB4-2549-9671-A1736936B7A1}"/>
    <dgm:cxn modelId="{F89A4E14-4558-7242-A03B-5116E1FCD72F}" type="presOf" srcId="{E523040D-A447-1042-BA36-72E85C383DF2}" destId="{2CA682A4-E48E-8D4E-90D8-411450594F85}" srcOrd="0" destOrd="5" presId="urn:microsoft.com/office/officeart/2005/8/layout/hList1"/>
    <dgm:cxn modelId="{AB66C215-FB74-3540-935F-56AA4A1EC490}" type="presOf" srcId="{B254D69F-715E-0243-A524-5971AF84E0A5}" destId="{74E1EE4E-5633-F746-8414-2E58AD18F8F7}" srcOrd="0" destOrd="4" presId="urn:microsoft.com/office/officeart/2005/8/layout/hList1"/>
    <dgm:cxn modelId="{92E70118-CDBB-8A45-8E52-3770CD336D79}" srcId="{701A8435-98D4-3549-BD60-C83F7E74F191}" destId="{B8468E6A-8E1B-0745-A1C8-7F2809653837}" srcOrd="2" destOrd="0" parTransId="{0106EE98-ACD1-7840-9D37-7DE7882764E5}" sibTransId="{F61E2965-7F05-BE4E-8954-1C50E0D7C182}"/>
    <dgm:cxn modelId="{51B9AE18-6C6F-9542-8018-36D1434B992D}" type="presOf" srcId="{FDDEB88A-4DC7-9D45-AFF5-3C8FD998C362}" destId="{2393E5E2-B7D6-5649-940D-13F8B1FB5DDE}" srcOrd="0" destOrd="11" presId="urn:microsoft.com/office/officeart/2005/8/layout/hList1"/>
    <dgm:cxn modelId="{6302DF1B-1E63-954C-BE02-31CB1CAC04DB}" srcId="{B8468E6A-8E1B-0745-A1C8-7F2809653837}" destId="{B0368CA6-3685-7049-9DC6-C905636ABE29}" srcOrd="2" destOrd="0" parTransId="{832D3D1D-F3EC-354B-83D2-C9577F7CD6F5}" sibTransId="{5C7AEDA3-B26D-9A4A-9C25-646FDD6B5C48}"/>
    <dgm:cxn modelId="{4D672A1C-F612-AB40-9DCA-A0AD2DF9DDAA}" srcId="{F2A05C70-64D0-174F-96CA-8D8886A42700}" destId="{8D20E67D-3A07-AA41-B404-A87C88C5C70E}" srcOrd="5" destOrd="0" parTransId="{2317B1D7-F169-4047-BA6E-F410EB45BC6C}" sibTransId="{F27E3436-CAF6-B24F-B27C-A7533DE3943B}"/>
    <dgm:cxn modelId="{0506FC1D-688F-F446-B875-30A149D54B15}" srcId="{B8468E6A-8E1B-0745-A1C8-7F2809653837}" destId="{80F623A2-663E-7C43-A716-4C569470CBF7}" srcOrd="1" destOrd="0" parTransId="{1C7E42E7-A0FA-1248-AE8F-41015BD85AB2}" sibTransId="{1AA32129-003F-3646-BA15-AB7FCA45FC7C}"/>
    <dgm:cxn modelId="{E241BE1E-F9B2-A440-84BA-E3D12D5A4A9A}" srcId="{206B004E-E561-9D43-B840-3F6B468C6D72}" destId="{BF8B952B-2003-5B44-BCE6-DFF9A4A923C3}" srcOrd="6" destOrd="0" parTransId="{9378E088-AB13-D94B-8736-4E37B9E81383}" sibTransId="{80781C40-E15B-4C49-A822-6A52EFCB2A6D}"/>
    <dgm:cxn modelId="{7DC25520-1B2C-D34E-9A89-8DF2D1EF0982}" type="presOf" srcId="{6B5EDEFC-6BE4-9E41-B48A-080F6CAEF84A}" destId="{74E1EE4E-5633-F746-8414-2E58AD18F8F7}" srcOrd="0" destOrd="10" presId="urn:microsoft.com/office/officeart/2005/8/layout/hList1"/>
    <dgm:cxn modelId="{61C5A220-0144-1748-B60B-5DB7B42483D3}" type="presOf" srcId="{C4D63277-072D-2449-A305-78FF1D0E393F}" destId="{CE5F70C5-46D1-F941-BA20-6505D8125C99}" srcOrd="0" destOrd="6" presId="urn:microsoft.com/office/officeart/2005/8/layout/hList1"/>
    <dgm:cxn modelId="{2428CD22-2B1A-4B4E-9EB4-73335817DB25}" srcId="{206B004E-E561-9D43-B840-3F6B468C6D72}" destId="{C7D5B991-1BC7-8C4E-82D8-FFDF94B0E59C}" srcOrd="3" destOrd="0" parTransId="{5198F1AE-41BA-5942-8C5F-75C7606377FE}" sibTransId="{965991F2-71BE-0843-A0F4-E8720193B808}"/>
    <dgm:cxn modelId="{1D532824-AD8F-E74A-8D98-21F5BC0A124B}" type="presOf" srcId="{23BD24C2-BD83-1443-9D4C-CF917B5C7BDD}" destId="{44166239-56FF-E042-BB85-390DFA25077A}" srcOrd="0" destOrd="1" presId="urn:microsoft.com/office/officeart/2005/8/layout/hList1"/>
    <dgm:cxn modelId="{8B41D024-389F-4D45-A83F-2FFE64531D86}" srcId="{92C0A3F6-22D2-9A41-B4CE-CC6A26DA8F6B}" destId="{4302F14E-AA13-BD45-8AB9-BFB53D1E1BAB}" srcOrd="0" destOrd="0" parTransId="{F579B6CD-444B-844E-A126-9C19CC874C91}" sibTransId="{E6705FBB-150F-9A40-B144-36285CA9BE46}"/>
    <dgm:cxn modelId="{52067A28-D61E-C24C-A173-DA02B572A79C}" srcId="{F2A05C70-64D0-174F-96CA-8D8886A42700}" destId="{92C0A3F6-22D2-9A41-B4CE-CC6A26DA8F6B}" srcOrd="3" destOrd="0" parTransId="{9F1E44D2-7243-E945-8D7B-14548D84538C}" sibTransId="{E99D4E99-FE88-7941-B559-87626772936A}"/>
    <dgm:cxn modelId="{59CD392A-6EA6-5B40-B0F6-2FCF0F00010F}" srcId="{62282A74-D35E-914B-81CD-953B68F50298}" destId="{0E81084C-665F-7A40-8621-288823A6D91A}" srcOrd="0" destOrd="0" parTransId="{1CBBBB53-AAE7-2345-AE28-887B3639C26B}" sibTransId="{F9617641-F587-814E-95E8-73095EFA605F}"/>
    <dgm:cxn modelId="{76A85B2A-1AA0-3A41-8497-613B9B8F8AF6}" type="presOf" srcId="{B8468E6A-8E1B-0745-A1C8-7F2809653837}" destId="{7113D888-A091-0148-B809-558500F11730}" srcOrd="0" destOrd="2" presId="urn:microsoft.com/office/officeart/2005/8/layout/hList1"/>
    <dgm:cxn modelId="{FA53F52B-030C-DA40-AA8E-39FD485D9FAF}" type="presOf" srcId="{8C09EF79-5EBA-1C47-8D16-6E305FD7B415}" destId="{2CA682A4-E48E-8D4E-90D8-411450594F85}" srcOrd="0" destOrd="4" presId="urn:microsoft.com/office/officeart/2005/8/layout/hList1"/>
    <dgm:cxn modelId="{7E22132C-79CA-DB42-9A46-C52BBD2FEDA5}" type="presOf" srcId="{8D20E67D-3A07-AA41-B404-A87C88C5C70E}" destId="{2393E5E2-B7D6-5649-940D-13F8B1FB5DDE}" srcOrd="0" destOrd="7" presId="urn:microsoft.com/office/officeart/2005/8/layout/hList1"/>
    <dgm:cxn modelId="{532C842C-294F-5243-9AC1-C2FB1C43513E}" type="presOf" srcId="{EFFEC21E-48DF-7943-AF91-AA2559DECB59}" destId="{7113D888-A091-0148-B809-558500F11730}" srcOrd="0" destOrd="3" presId="urn:microsoft.com/office/officeart/2005/8/layout/hList1"/>
    <dgm:cxn modelId="{FEC5D12C-8FA2-4C41-99AA-AC81D4F6BEE8}" srcId="{3C31C087-F44D-3242-BEF1-1419442F0CB5}" destId="{6391025A-3A69-1943-94CC-8B519575DDA6}" srcOrd="7" destOrd="0" parTransId="{1A02438D-59CE-7642-A8D1-E14235638A17}" sibTransId="{2982A666-FD9E-FB46-B925-120C5E6D521C}"/>
    <dgm:cxn modelId="{FCD5CA2E-A126-BC4C-AAED-80AEB4427D13}" type="presOf" srcId="{0D51397D-05CB-0A42-8F9E-E55E20A37A6B}" destId="{74E1EE4E-5633-F746-8414-2E58AD18F8F7}" srcOrd="0" destOrd="7" presId="urn:microsoft.com/office/officeart/2005/8/layout/hList1"/>
    <dgm:cxn modelId="{F99E1530-3333-D44D-974F-8EBB9371756D}" type="presOf" srcId="{D2766A73-1CE5-8C44-8ED4-6E12D9EF6899}" destId="{1A71BF6A-449B-F446-83EE-5DE84234424B}" srcOrd="0" destOrd="4" presId="urn:microsoft.com/office/officeart/2005/8/layout/hList1"/>
    <dgm:cxn modelId="{366A8732-59E2-364E-8B64-F8C25247F105}" type="presOf" srcId="{80F623A2-663E-7C43-A716-4C569470CBF7}" destId="{7113D888-A091-0148-B809-558500F11730}" srcOrd="0" destOrd="4" presId="urn:microsoft.com/office/officeart/2005/8/layout/hList1"/>
    <dgm:cxn modelId="{192C0F34-AD15-2E41-B38A-8AA65D32C67F}" srcId="{820B0744-2C7F-1B4D-B396-CAF01C0D130F}" destId="{CE788528-5587-614F-BF43-2229EB4B69F2}" srcOrd="2" destOrd="0" parTransId="{D24BEABB-E935-C74E-AF4F-F5C75C922B4F}" sibTransId="{C61CF091-735B-384B-9E27-968F0A46BE2A}"/>
    <dgm:cxn modelId="{79E21235-709E-8A48-A7EF-B1D66EADD7E4}" type="presOf" srcId="{701A8435-98D4-3549-BD60-C83F7E74F191}" destId="{4A0BD58D-1EEF-3545-8F73-6B4F3C6D0024}" srcOrd="0" destOrd="0" presId="urn:microsoft.com/office/officeart/2005/8/layout/hList1"/>
    <dgm:cxn modelId="{33FE6038-A83B-F040-81B7-B7053E9BAD7E}" srcId="{528B0447-750C-B84B-B38E-6C4CE45E8FD1}" destId="{FC7EA2F7-B372-4140-9D6F-3E6253195E99}" srcOrd="2" destOrd="0" parTransId="{19F82D6D-04B1-0B4A-87C9-776D1C04D1E8}" sibTransId="{0E1FFC5F-E78B-FC4F-B75F-E974E847F72C}"/>
    <dgm:cxn modelId="{71C0873A-138D-1E4E-BD2E-DE64A51E3036}" srcId="{62282A74-D35E-914B-81CD-953B68F50298}" destId="{701A8435-98D4-3549-BD60-C83F7E74F191}" srcOrd="1" destOrd="0" parTransId="{AA94539B-16F3-1340-B145-AC6AD18F9868}" sibTransId="{A7654FA2-6DEE-1B48-972E-B979A9FF376C}"/>
    <dgm:cxn modelId="{1A97CA3A-439F-3E4A-B76A-89FE7284BA99}" type="presOf" srcId="{8074D0DC-8B13-C34B-9122-34C4FDF036A0}" destId="{44166239-56FF-E042-BB85-390DFA25077A}" srcOrd="0" destOrd="2" presId="urn:microsoft.com/office/officeart/2005/8/layout/hList1"/>
    <dgm:cxn modelId="{085A7540-D166-1C43-B3E1-28CB151BC56B}" type="presOf" srcId="{04617FC7-A425-B64B-8696-4ADB18F1CD25}" destId="{CE5F70C5-46D1-F941-BA20-6505D8125C99}" srcOrd="0" destOrd="1" presId="urn:microsoft.com/office/officeart/2005/8/layout/hList1"/>
    <dgm:cxn modelId="{0F3EBC41-2208-694D-8815-8822D32FDAF5}" type="presOf" srcId="{D38751D8-04D3-FB41-BE50-113186CE9249}" destId="{2393E5E2-B7D6-5649-940D-13F8B1FB5DDE}" srcOrd="0" destOrd="1" presId="urn:microsoft.com/office/officeart/2005/8/layout/hList1"/>
    <dgm:cxn modelId="{6937C344-7C7A-014A-8D8C-A4E2F499D4F4}" srcId="{701A8435-98D4-3549-BD60-C83F7E74F191}" destId="{F5EE2E8D-178D-904E-9DA7-1D4E95E8904A}" srcOrd="6" destOrd="0" parTransId="{DF8D65B8-25DC-D441-98A2-4CAB6B8F24C7}" sibTransId="{A73376B5-9D5D-564D-B637-2739907ED8E0}"/>
    <dgm:cxn modelId="{13EAD144-2CE4-CF44-968D-475A41733F3A}" srcId="{701A8435-98D4-3549-BD60-C83F7E74F191}" destId="{1B26BEAE-5FEC-944C-BE31-B52B509E0E53}" srcOrd="5" destOrd="0" parTransId="{31E18529-576D-4D4A-BD73-544FAB818A55}" sibTransId="{16F0D661-5D27-6F43-A462-620EEEB74CDB}"/>
    <dgm:cxn modelId="{CC508E45-B4C7-5E41-B95E-D2A09F2F25DE}" type="presOf" srcId="{99AD2E7D-79DA-E24A-B78F-9417E9660602}" destId="{2CA682A4-E48E-8D4E-90D8-411450594F85}" srcOrd="0" destOrd="0" presId="urn:microsoft.com/office/officeart/2005/8/layout/hList1"/>
    <dgm:cxn modelId="{11F94946-96ED-454D-AC18-E6BD28FA8268}" srcId="{0E81084C-665F-7A40-8621-288823A6D91A}" destId="{E09B1F53-129E-8249-AEEF-FB033B3A5D94}" srcOrd="4" destOrd="0" parTransId="{28245792-1298-5E47-8A2A-79903EB044CF}" sibTransId="{71F77F02-C259-C740-8BE7-3AAE5AA5CE93}"/>
    <dgm:cxn modelId="{FF5FCE48-46CF-BF43-9C72-CDF12CDCF718}" srcId="{3C31C087-F44D-3242-BEF1-1419442F0CB5}" destId="{99AD2E7D-79DA-E24A-B78F-9417E9660602}" srcOrd="0" destOrd="0" parTransId="{67CA6591-828C-F64D-AABD-09C9E7D0C913}" sibTransId="{2279764C-30C1-814F-BF28-C2A9A414B7CB}"/>
    <dgm:cxn modelId="{22A0E54B-149B-7B42-A36E-FA79CA9C2801}" type="presOf" srcId="{F5EE2E8D-178D-904E-9DA7-1D4E95E8904A}" destId="{7113D888-A091-0148-B809-558500F11730}" srcOrd="0" destOrd="9" presId="urn:microsoft.com/office/officeart/2005/8/layout/hList1"/>
    <dgm:cxn modelId="{1D7D1D4F-E9DF-2A46-B465-7A91AE5511A5}" srcId="{701A8435-98D4-3549-BD60-C83F7E74F191}" destId="{AB2CDD92-925D-204B-A59B-AD5220182575}" srcOrd="0" destOrd="0" parTransId="{BB6D2DB1-3495-6641-AFC0-C75BABE8BE91}" sibTransId="{475C5DCB-9A7A-D644-A08F-1E3BE812A6D8}"/>
    <dgm:cxn modelId="{25C5CD51-7AE8-6740-8056-FDC273A28EC7}" srcId="{820B0744-2C7F-1B4D-B396-CAF01C0D130F}" destId="{7436DB42-B52C-884E-A6D7-8ADB46043202}" srcOrd="3" destOrd="0" parTransId="{0F167388-B0AB-914D-BB9A-289A79674926}" sibTransId="{2D41F13B-5CA8-3E4D-BEC0-330042C5E32F}"/>
    <dgm:cxn modelId="{65B61353-CA83-E84B-A4E2-A9C7364D69A6}" type="presOf" srcId="{686936BA-D5C0-EC4A-868F-D26B7C113448}" destId="{2CA682A4-E48E-8D4E-90D8-411450594F85}" srcOrd="0" destOrd="1" presId="urn:microsoft.com/office/officeart/2005/8/layout/hList1"/>
    <dgm:cxn modelId="{EE0CFA54-EECE-E542-893F-09BE91DFBCBC}" srcId="{820B0744-2C7F-1B4D-B396-CAF01C0D130F}" destId="{E102F523-103D-094C-BAD1-80A66945A501}" srcOrd="5" destOrd="0" parTransId="{47036F25-1C97-654C-9AE1-721E0C2A4CC3}" sibTransId="{E99830F8-ACD0-EA45-A8EB-6182D2ED639C}"/>
    <dgm:cxn modelId="{964CA357-3A7C-994E-8A87-8A85B9997EFD}" srcId="{206B004E-E561-9D43-B840-3F6B468C6D72}" destId="{49D1358D-4D41-384E-B2F7-E6F4F09F7E67}" srcOrd="7" destOrd="0" parTransId="{761D4E9C-B66B-AF4C-8422-F3250E437019}" sibTransId="{BBC70B9C-C2D0-B64E-8299-B872EFB24171}"/>
    <dgm:cxn modelId="{4F259358-D52E-A54E-83D1-702AB5B526DF}" type="presOf" srcId="{1B26BEAE-5FEC-944C-BE31-B52B509E0E53}" destId="{7113D888-A091-0148-B809-558500F11730}" srcOrd="0" destOrd="8" presId="urn:microsoft.com/office/officeart/2005/8/layout/hList1"/>
    <dgm:cxn modelId="{DCC8185E-FAD7-E84C-9604-80F82E9FA1BC}" srcId="{206B004E-E561-9D43-B840-3F6B468C6D72}" destId="{0E742E11-124E-384E-AFFB-A23152CEE719}" srcOrd="1" destOrd="0" parTransId="{5A4B3559-9328-BB4F-8D0E-F9B6DEA6F56F}" sibTransId="{462CFEB2-5E9E-4C4F-9878-14273AED566D}"/>
    <dgm:cxn modelId="{16532E61-3A3E-6940-AB18-3A5F6A711BCC}" type="presOf" srcId="{AB21FAB3-D1DD-054E-BE72-C786F59958BA}" destId="{2CA682A4-E48E-8D4E-90D8-411450594F85}" srcOrd="0" destOrd="6" presId="urn:microsoft.com/office/officeart/2005/8/layout/hList1"/>
    <dgm:cxn modelId="{79403F68-0ED2-3A4B-96C7-A7B1EF47F483}" srcId="{0E81084C-665F-7A40-8621-288823A6D91A}" destId="{F4D66D96-F046-5B44-B0C7-051EC1EE70AE}" srcOrd="0" destOrd="0" parTransId="{41D1D2CD-A962-6344-8EAB-396463A7D4D6}" sibTransId="{ECD85B36-06EE-EF47-BBF9-E11DDAE13C9D}"/>
    <dgm:cxn modelId="{5E8B5569-428C-2249-82A1-F4DEB5B4A782}" type="presOf" srcId="{7DEEE778-FB69-3D44-9697-B17E09D7B2DB}" destId="{74E1EE4E-5633-F746-8414-2E58AD18F8F7}" srcOrd="0" destOrd="9" presId="urn:microsoft.com/office/officeart/2005/8/layout/hList1"/>
    <dgm:cxn modelId="{191B6369-225A-B04E-B93B-C4791DFDD384}" srcId="{206B004E-E561-9D43-B840-3F6B468C6D72}" destId="{896F5E05-25CF-D043-86FA-E1CEA8AB293A}" srcOrd="8" destOrd="0" parTransId="{19FF46E6-C9F0-ED43-AEB3-D4E975347DF2}" sibTransId="{784590CB-23C5-3F42-8CD0-A73E95874341}"/>
    <dgm:cxn modelId="{C7DA6C6B-C13F-274A-BC5F-D0D041D98FA1}" type="presOf" srcId="{3CE228BE-3DA7-D54A-807B-2E5ED5F6DD6A}" destId="{74E1EE4E-5633-F746-8414-2E58AD18F8F7}" srcOrd="0" destOrd="8" presId="urn:microsoft.com/office/officeart/2005/8/layout/hList1"/>
    <dgm:cxn modelId="{9B45D46B-27DE-774F-8471-14269DC8BA60}" srcId="{3C31C087-F44D-3242-BEF1-1419442F0CB5}" destId="{4AA251AB-84E7-044C-8617-65DE459D5F9C}" srcOrd="3" destOrd="0" parTransId="{085837C2-7808-5D4D-B04D-9E36EBA1ADD5}" sibTransId="{3935C031-F101-924C-8379-CB82F07E656B}"/>
    <dgm:cxn modelId="{B412166C-8C03-8D46-B276-DDADA2D22884}" srcId="{0E81084C-665F-7A40-8621-288823A6D91A}" destId="{4B82FEA6-0005-4E48-9B77-482E895B516F}" srcOrd="5" destOrd="0" parTransId="{B4DD944A-D5B9-AF42-B845-B36C0DE4D9E3}" sibTransId="{EDF6518B-2FE9-114F-A472-E2EF2B3127F2}"/>
    <dgm:cxn modelId="{A5CD4B6C-4EAF-CD47-8294-14EEB55F4CF8}" srcId="{820B0744-2C7F-1B4D-B396-CAF01C0D130F}" destId="{302C2F8C-9826-564C-A000-48765F3B1F5D}" srcOrd="0" destOrd="0" parTransId="{60D42DB4-E70E-B741-A26F-9D43DDA212C5}" sibTransId="{5C1D84D5-F2C3-1746-8EE5-90B342862AB0}"/>
    <dgm:cxn modelId="{FD06A36D-A792-D640-99B9-595F33BC3695}" type="presOf" srcId="{970AE76A-4E71-1F48-84AE-D00A44441EC0}" destId="{1A71BF6A-449B-F446-83EE-5DE84234424B}" srcOrd="0" destOrd="0" presId="urn:microsoft.com/office/officeart/2005/8/layout/hList1"/>
    <dgm:cxn modelId="{8639406E-7C73-0F47-80CD-3466E643DEAD}" type="presOf" srcId="{AB2CDD92-925D-204B-A59B-AD5220182575}" destId="{7113D888-A091-0148-B809-558500F11730}" srcOrd="0" destOrd="0" presId="urn:microsoft.com/office/officeart/2005/8/layout/hList1"/>
    <dgm:cxn modelId="{5CF25F6F-6F35-754F-AF36-521276D964E2}" type="presOf" srcId="{B83747E7-29A3-814D-823E-A6AD739AD489}" destId="{2393E5E2-B7D6-5649-940D-13F8B1FB5DDE}" srcOrd="0" destOrd="0" presId="urn:microsoft.com/office/officeart/2005/8/layout/hList1"/>
    <dgm:cxn modelId="{ED832873-89AC-0A4B-AF64-55549E0EC833}" type="presOf" srcId="{3C31C087-F44D-3242-BEF1-1419442F0CB5}" destId="{763EEBA5-2A97-7545-B388-BB57D917C4C6}" srcOrd="0" destOrd="0" presId="urn:microsoft.com/office/officeart/2005/8/layout/hList1"/>
    <dgm:cxn modelId="{1D3E6B73-A232-2343-871A-C5D4B14A0EDB}" srcId="{0E81084C-665F-7A40-8621-288823A6D91A}" destId="{8074D0DC-8B13-C34B-9122-34C4FDF036A0}" srcOrd="2" destOrd="0" parTransId="{FCF6B999-D73F-8747-A573-52A30D27A85C}" sibTransId="{30535F61-2B8C-7C4D-811D-246457E99B55}"/>
    <dgm:cxn modelId="{FD323674-9923-0948-A4E9-A6136D062A41}" srcId="{0E81084C-665F-7A40-8621-288823A6D91A}" destId="{23BD24C2-BD83-1443-9D4C-CF917B5C7BDD}" srcOrd="1" destOrd="0" parTransId="{E5AB17AC-7A3D-9847-9147-D356D370A6E2}" sibTransId="{25B6D502-643C-8547-9186-1A0B62E5F8C3}"/>
    <dgm:cxn modelId="{82CB8A75-9E61-AF48-BCF0-CB1E86CC500E}" type="presOf" srcId="{4AA251AB-84E7-044C-8617-65DE459D5F9C}" destId="{2CA682A4-E48E-8D4E-90D8-411450594F85}" srcOrd="0" destOrd="3" presId="urn:microsoft.com/office/officeart/2005/8/layout/hList1"/>
    <dgm:cxn modelId="{852B2476-7391-B741-83D6-BC7CD63CC5CF}" srcId="{528B0447-750C-B84B-B38E-6C4CE45E8FD1}" destId="{A321B8A5-163C-434B-8166-8417C171943F}" srcOrd="4" destOrd="0" parTransId="{704BCBA0-4C0A-E64C-8B2C-852846922F3B}" sibTransId="{9AA37B3A-4FAC-0847-A539-57EC9460ECA4}"/>
    <dgm:cxn modelId="{77042E78-6DDA-BC49-8661-9387EAB234BC}" type="presOf" srcId="{6B49D39A-09DD-EB47-8425-DD7594735C12}" destId="{2393E5E2-B7D6-5649-940D-13F8B1FB5DDE}" srcOrd="0" destOrd="10" presId="urn:microsoft.com/office/officeart/2005/8/layout/hList1"/>
    <dgm:cxn modelId="{7C57A779-9B75-A441-8E4B-7FCEA3F0AD8A}" srcId="{701A8435-98D4-3549-BD60-C83F7E74F191}" destId="{6C06993D-B491-964D-B99D-8C27CDDA630B}" srcOrd="4" destOrd="0" parTransId="{5E36E03B-10B5-AA4A-AF14-2BF4C803554B}" sibTransId="{67B889D3-AEEF-F940-9B04-FF8883885EAC}"/>
    <dgm:cxn modelId="{289DE67A-3CCD-0D43-B03D-09D6B77EF9E9}" type="presOf" srcId="{EDC322EC-8913-FA44-BFEA-EB8A17064908}" destId="{7113D888-A091-0148-B809-558500F11730}" srcOrd="0" destOrd="6" presId="urn:microsoft.com/office/officeart/2005/8/layout/hList1"/>
    <dgm:cxn modelId="{85D3117B-A24E-C94F-BD68-BD0D9784CB46}" srcId="{3C31C087-F44D-3242-BEF1-1419442F0CB5}" destId="{E523040D-A447-1042-BA36-72E85C383DF2}" srcOrd="5" destOrd="0" parTransId="{8BA02416-4B0F-4F43-86EB-0859FBE1DE0F}" sibTransId="{C8C7ABCE-1723-A741-85EF-985EBE6500C3}"/>
    <dgm:cxn modelId="{AD054A7C-B143-FC4D-AA8F-DF3B9EF0F6F0}" srcId="{528B0447-750C-B84B-B38E-6C4CE45E8FD1}" destId="{F5F257FC-0F24-6141-9068-4345FD753125}" srcOrd="5" destOrd="0" parTransId="{7B6FE9C2-012A-314F-B61B-3470B9694868}" sibTransId="{910ECA95-67BA-FA46-8327-0EE5199EB945}"/>
    <dgm:cxn modelId="{C4E1AF7E-6883-DD4E-B1C1-427A600C8A11}" type="presOf" srcId="{4A398511-53DF-CF47-A780-1C44D366175E}" destId="{7113D888-A091-0148-B809-558500F11730}" srcOrd="0" destOrd="1" presId="urn:microsoft.com/office/officeart/2005/8/layout/hList1"/>
    <dgm:cxn modelId="{5B582B81-88C8-664C-B38C-43D1295EA929}" type="presOf" srcId="{302C2F8C-9826-564C-A000-48765F3B1F5D}" destId="{74E1EE4E-5633-F746-8414-2E58AD18F8F7}" srcOrd="0" destOrd="0" presId="urn:microsoft.com/office/officeart/2005/8/layout/hList1"/>
    <dgm:cxn modelId="{ED5CE483-16FC-BB4F-A3BD-3AFDC9B72EC2}" type="presOf" srcId="{E09B1F53-129E-8249-AEEF-FB033B3A5D94}" destId="{44166239-56FF-E042-BB85-390DFA25077A}" srcOrd="0" destOrd="4" presId="urn:microsoft.com/office/officeart/2005/8/layout/hList1"/>
    <dgm:cxn modelId="{2839AF86-6175-CC4B-9C27-4BB3CC5F07F7}" type="presOf" srcId="{9C74DA0A-4734-174E-8832-B8B63E6ABFD9}" destId="{2393E5E2-B7D6-5649-940D-13F8B1FB5DDE}" srcOrd="0" destOrd="12" presId="urn:microsoft.com/office/officeart/2005/8/layout/hList1"/>
    <dgm:cxn modelId="{144BEC8A-8022-F140-8764-CDD2C84F999E}" srcId="{3C31C087-F44D-3242-BEF1-1419442F0CB5}" destId="{8C09EF79-5EBA-1C47-8D16-6E305FD7B415}" srcOrd="4" destOrd="0" parTransId="{F9A15E82-C86D-FF49-975B-561E81D118F1}" sibTransId="{A0332327-7B53-7C4E-90B3-82D625A1A057}"/>
    <dgm:cxn modelId="{5B23C08B-13DD-7146-8760-D632CA9A1104}" srcId="{701A8435-98D4-3549-BD60-C83F7E74F191}" destId="{4A398511-53DF-CF47-A780-1C44D366175E}" srcOrd="1" destOrd="0" parTransId="{485D506F-9A9C-4D41-87BB-A9ADF1BBA950}" sibTransId="{C69638B1-BE45-B543-A5A8-9AECCB856212}"/>
    <dgm:cxn modelId="{F44E3F8C-DE94-7943-A5FD-D402ED431CD9}" type="presOf" srcId="{FC7EA2F7-B372-4140-9D6F-3E6253195E99}" destId="{CE5F70C5-46D1-F941-BA20-6505D8125C99}" srcOrd="0" destOrd="2" presId="urn:microsoft.com/office/officeart/2005/8/layout/hList1"/>
    <dgm:cxn modelId="{379A178D-25A8-0C44-A91F-6C3AF19A9004}" type="presOf" srcId="{F7B2B710-5229-6442-A5BB-FE5304B1A538}" destId="{2393E5E2-B7D6-5649-940D-13F8B1FB5DDE}" srcOrd="0" destOrd="9" presId="urn:microsoft.com/office/officeart/2005/8/layout/hList1"/>
    <dgm:cxn modelId="{F026BA8E-5A47-3346-9F78-E044A9FB3A9B}" type="presOf" srcId="{92C0A3F6-22D2-9A41-B4CE-CC6A26DA8F6B}" destId="{2393E5E2-B7D6-5649-940D-13F8B1FB5DDE}" srcOrd="0" destOrd="3" presId="urn:microsoft.com/office/officeart/2005/8/layout/hList1"/>
    <dgm:cxn modelId="{DB119C91-0615-4A43-A798-5007A751D3D6}" srcId="{F2A05C70-64D0-174F-96CA-8D8886A42700}" destId="{B83747E7-29A3-814D-823E-A6AD739AD489}" srcOrd="0" destOrd="0" parTransId="{F7A74692-AA6B-B54F-9738-298678B97C79}" sibTransId="{F0D89CBC-0049-CC4E-A4ED-FD8138F0734B}"/>
    <dgm:cxn modelId="{DEEBED93-D3A9-8048-893B-C0EF89B69C51}" type="presOf" srcId="{85D1BFC8-C584-854E-A8D0-0FA66BD1D850}" destId="{2393E5E2-B7D6-5649-940D-13F8B1FB5DDE}" srcOrd="0" destOrd="8" presId="urn:microsoft.com/office/officeart/2005/8/layout/hList1"/>
    <dgm:cxn modelId="{8CB21296-6281-DF4A-8361-D0CBE5817B22}" srcId="{820B0744-2C7F-1B4D-B396-CAF01C0D130F}" destId="{0D51397D-05CB-0A42-8F9E-E55E20A37A6B}" srcOrd="7" destOrd="0" parTransId="{F4DCD1F3-8518-7944-BCEA-B15D5E13825C}" sibTransId="{9A681BA8-F3B8-294B-A33F-86DD13034254}"/>
    <dgm:cxn modelId="{44CD0B99-8985-3C4F-A0C7-E91967F5180D}" type="presOf" srcId="{8D2AC4F3-C878-D14C-88B9-4255B8492E3E}" destId="{1A71BF6A-449B-F446-83EE-5DE84234424B}" srcOrd="0" destOrd="2" presId="urn:microsoft.com/office/officeart/2005/8/layout/hList1"/>
    <dgm:cxn modelId="{E6064E99-41BD-C841-A363-6A02652A46FC}" srcId="{701A8435-98D4-3549-BD60-C83F7E74F191}" destId="{EDC322EC-8913-FA44-BFEA-EB8A17064908}" srcOrd="3" destOrd="0" parTransId="{9BCF0AE0-2029-1A40-8350-CB0F4397C2D3}" sibTransId="{0825AF95-132F-F041-A302-2CDAD65F9E1A}"/>
    <dgm:cxn modelId="{7EEC469A-8539-2A47-91E1-E269A78BFDAD}" type="presOf" srcId="{CC00DBD9-F17A-354F-9030-64A4E788101D}" destId="{2CA682A4-E48E-8D4E-90D8-411450594F85}" srcOrd="0" destOrd="2" presId="urn:microsoft.com/office/officeart/2005/8/layout/hList1"/>
    <dgm:cxn modelId="{5B4C9D9F-E9CE-CF4D-B5D0-E559B82FC88D}" srcId="{92C0A3F6-22D2-9A41-B4CE-CC6A26DA8F6B}" destId="{DF2760B5-1FF2-AB4E-B6C0-962D245A7F1B}" srcOrd="1" destOrd="0" parTransId="{C109D8F7-65F2-7B47-8CBC-0974B92C3875}" sibTransId="{98B58450-61B5-7C46-8BCD-A09B3D059876}"/>
    <dgm:cxn modelId="{7E989DA0-BBA3-D846-91A6-A3D981DC8E23}" type="presOf" srcId="{F5F257FC-0F24-6141-9068-4345FD753125}" destId="{CE5F70C5-46D1-F941-BA20-6505D8125C99}" srcOrd="0" destOrd="5" presId="urn:microsoft.com/office/officeart/2005/8/layout/hList1"/>
    <dgm:cxn modelId="{92242DA1-0FCF-EE45-9B58-18822382684D}" srcId="{F2A05C70-64D0-174F-96CA-8D8886A42700}" destId="{B77C66BA-0BC9-E645-9AE4-A94A934B6380}" srcOrd="2" destOrd="0" parTransId="{C4980A73-A4AF-FF4E-B240-8F0C5C1CCCA9}" sibTransId="{B5A06249-26FE-2240-8CB7-FC69215D0643}"/>
    <dgm:cxn modelId="{4206A1A3-1EC8-1B40-A4FB-CF376096D110}" srcId="{F2A05C70-64D0-174F-96CA-8D8886A42700}" destId="{F7B2B710-5229-6442-A5BB-FE5304B1A538}" srcOrd="7" destOrd="0" parTransId="{72615336-FF5B-9B47-A0B7-91F5C4F3E2B7}" sibTransId="{21BE7B36-0059-7C47-B7CD-4DBFCA159CE9}"/>
    <dgm:cxn modelId="{6FE47CA4-9939-DB4C-BF8F-80FA874E14AF}" type="presOf" srcId="{6800FABE-AB0E-2243-8CCB-75294127D6A9}" destId="{44166239-56FF-E042-BB85-390DFA25077A}" srcOrd="0" destOrd="3" presId="urn:microsoft.com/office/officeart/2005/8/layout/hList1"/>
    <dgm:cxn modelId="{3D64E7A7-080A-2E41-9296-67E40A6E7388}" type="presOf" srcId="{8B85AFBA-DE6C-5A42-AD2A-6896D82A8B33}" destId="{1A71BF6A-449B-F446-83EE-5DE84234424B}" srcOrd="0" destOrd="10" presId="urn:microsoft.com/office/officeart/2005/8/layout/hList1"/>
    <dgm:cxn modelId="{2808E7A8-6DC3-5440-BBF4-7857551E537B}" srcId="{820B0744-2C7F-1B4D-B396-CAF01C0D130F}" destId="{2128AB4E-2A43-B342-AB0C-88935E772827}" srcOrd="6" destOrd="0" parTransId="{C3A772BA-76E5-6342-9ADD-330974B7EF3F}" sibTransId="{B5E5F56A-8B91-3D4E-A196-9E6D67A89E0C}"/>
    <dgm:cxn modelId="{F29689AB-7B13-CD4B-99A8-C47FF39B0124}" srcId="{820B0744-2C7F-1B4D-B396-CAF01C0D130F}" destId="{7DEEE778-FB69-3D44-9697-B17E09D7B2DB}" srcOrd="9" destOrd="0" parTransId="{6F75C5DE-68E0-1149-9171-19614592D551}" sibTransId="{40D5D2E3-91EA-7B48-91C1-C8B9192874F2}"/>
    <dgm:cxn modelId="{F4A5E0AB-3195-AC46-A77B-4F32ECC49660}" srcId="{528B0447-750C-B84B-B38E-6C4CE45E8FD1}" destId="{C214054E-5CC8-DA45-B001-BA21D367E041}" srcOrd="3" destOrd="0" parTransId="{4D14E27F-D5D7-5449-8156-4504F3B30B08}" sibTransId="{63BB4124-BB57-694E-92CE-9B30F3AEBBA4}"/>
    <dgm:cxn modelId="{DC5819AC-EF20-A849-9C84-820961DE6121}" srcId="{62282A74-D35E-914B-81CD-953B68F50298}" destId="{F2A05C70-64D0-174F-96CA-8D8886A42700}" srcOrd="5" destOrd="0" parTransId="{44A8759A-C202-B44B-AC56-AEFA053499C8}" sibTransId="{CC3E2A9E-8753-8043-BC04-CF631D59C516}"/>
    <dgm:cxn modelId="{972720AF-385A-7A48-9F60-C5216D0DB9BD}" type="presOf" srcId="{49D1358D-4D41-384E-B2F7-E6F4F09F7E67}" destId="{1A71BF6A-449B-F446-83EE-5DE84234424B}" srcOrd="0" destOrd="7" presId="urn:microsoft.com/office/officeart/2005/8/layout/hList1"/>
    <dgm:cxn modelId="{AAA7BFAF-E83C-2844-B0D9-16EB70997929}" srcId="{F2A05C70-64D0-174F-96CA-8D8886A42700}" destId="{85D1BFC8-C584-854E-A8D0-0FA66BD1D850}" srcOrd="6" destOrd="0" parTransId="{D6D0422D-528E-4946-B4FC-E0C42A882B54}" sibTransId="{C4C5E3C5-47DA-524C-8777-30C1B93CB5A8}"/>
    <dgm:cxn modelId="{FFC6FCAF-782C-FA42-8B8E-2E467020F627}" srcId="{62282A74-D35E-914B-81CD-953B68F50298}" destId="{3C31C087-F44D-3242-BEF1-1419442F0CB5}" srcOrd="3" destOrd="0" parTransId="{105A726B-6D0B-9F4F-81A8-E2C4EEBBD6F1}" sibTransId="{CE3177CF-2976-BC4A-971A-7018F81F441F}"/>
    <dgm:cxn modelId="{1D1739B0-96B5-CD45-8EAC-9D50A219FAFA}" srcId="{206B004E-E561-9D43-B840-3F6B468C6D72}" destId="{970AE76A-4E71-1F48-84AE-D00A44441EC0}" srcOrd="0" destOrd="0" parTransId="{C01298A0-54CB-FB4A-BD0C-FC58677051D1}" sibTransId="{036F49E1-49FC-8745-8A66-E5011A6BD455}"/>
    <dgm:cxn modelId="{A243C4B0-0D89-B14C-9D15-45FE3081C53E}" type="presOf" srcId="{7436DB42-B52C-884E-A6D7-8ADB46043202}" destId="{74E1EE4E-5633-F746-8414-2E58AD18F8F7}" srcOrd="0" destOrd="3" presId="urn:microsoft.com/office/officeart/2005/8/layout/hList1"/>
    <dgm:cxn modelId="{84D552B6-DF39-6344-8773-6B859CBD301D}" srcId="{49D1358D-4D41-384E-B2F7-E6F4F09F7E67}" destId="{8B85AFBA-DE6C-5A42-AD2A-6896D82A8B33}" srcOrd="2" destOrd="0" parTransId="{55AD51B5-32B4-5445-BC36-D2BEAB3B3ED6}" sibTransId="{EEE2BF60-0FB9-A244-8979-98BCAB6C64B6}"/>
    <dgm:cxn modelId="{BA9A3CBB-AA46-604F-A6A2-E2628ECCA894}" srcId="{0E81084C-665F-7A40-8621-288823A6D91A}" destId="{6800FABE-AB0E-2243-8CCB-75294127D6A9}" srcOrd="3" destOrd="0" parTransId="{F32FCCFE-31DD-F84B-86A6-770DAB35C8FB}" sibTransId="{977EB8A6-A7B6-C74F-A45E-D6C790DCF009}"/>
    <dgm:cxn modelId="{765422BD-A54D-FB4C-BD69-BCDF3F337BD4}" type="presOf" srcId="{6CC0AC49-BE78-084C-ABCA-42C7F12B8A8F}" destId="{1A71BF6A-449B-F446-83EE-5DE84234424B}" srcOrd="0" destOrd="9" presId="urn:microsoft.com/office/officeart/2005/8/layout/hList1"/>
    <dgm:cxn modelId="{721410BE-8436-104E-AF35-EEE8F44703B6}" type="presOf" srcId="{206B004E-E561-9D43-B840-3F6B468C6D72}" destId="{A65C912B-5A8B-F74D-91B5-61A3D50B2E45}" srcOrd="0" destOrd="0" presId="urn:microsoft.com/office/officeart/2005/8/layout/hList1"/>
    <dgm:cxn modelId="{4E23A0BF-BA16-8F43-B025-85724307BB25}" srcId="{206B004E-E561-9D43-B840-3F6B468C6D72}" destId="{D2766A73-1CE5-8C44-8ED4-6E12D9EF6899}" srcOrd="4" destOrd="0" parTransId="{48D14EFE-D12B-CA4C-AADF-4AB490D7429A}" sibTransId="{08EEAB3C-54D8-7C40-BD53-E595E7E37ABC}"/>
    <dgm:cxn modelId="{774207C0-DCEB-7C4B-BBCC-17DB9F175511}" srcId="{820B0744-2C7F-1B4D-B396-CAF01C0D130F}" destId="{B254D69F-715E-0243-A524-5971AF84E0A5}" srcOrd="4" destOrd="0" parTransId="{BF206AE7-9C8F-824D-983C-E6BED96A1939}" sibTransId="{BD7EB29D-6E3A-FE46-A5DC-7F37B509AEE9}"/>
    <dgm:cxn modelId="{8BA346C0-0A2D-0A4B-BA62-1E667B387D00}" type="presOf" srcId="{6391025A-3A69-1943-94CC-8B519575DDA6}" destId="{2CA682A4-E48E-8D4E-90D8-411450594F85}" srcOrd="0" destOrd="7" presId="urn:microsoft.com/office/officeart/2005/8/layout/hList1"/>
    <dgm:cxn modelId="{244B6CC0-7B3C-2748-80D2-9876E0505EA6}" type="presOf" srcId="{E102F523-103D-094C-BAD1-80A66945A501}" destId="{74E1EE4E-5633-F746-8414-2E58AD18F8F7}" srcOrd="0" destOrd="5" presId="urn:microsoft.com/office/officeart/2005/8/layout/hList1"/>
    <dgm:cxn modelId="{95D195C0-F1D1-4742-8F3C-71A40ACD34BA}" srcId="{206B004E-E561-9D43-B840-3F6B468C6D72}" destId="{42B02ACF-D616-EC44-9BE1-D85A6BD01522}" srcOrd="5" destOrd="0" parTransId="{61A02348-1472-D146-A7DD-46D29810294F}" sibTransId="{CFFDA296-0EAD-AA48-96D9-F25D49F9ECE9}"/>
    <dgm:cxn modelId="{3AF1D6C0-1937-134E-9BD2-651B8302486F}" type="presOf" srcId="{4B6AC34A-8917-5E40-9F26-228F6CAF027E}" destId="{2393E5E2-B7D6-5649-940D-13F8B1FB5DDE}" srcOrd="0" destOrd="6" presId="urn:microsoft.com/office/officeart/2005/8/layout/hList1"/>
    <dgm:cxn modelId="{8F47EAC0-1CEC-8B48-BE17-5FFDDB41D86F}" type="presOf" srcId="{A321B8A5-163C-434B-8166-8417C171943F}" destId="{CE5F70C5-46D1-F941-BA20-6505D8125C99}" srcOrd="0" destOrd="4" presId="urn:microsoft.com/office/officeart/2005/8/layout/hList1"/>
    <dgm:cxn modelId="{2046F2C2-FA11-9446-A1F5-0EB5CCF896DA}" type="presOf" srcId="{F5BD1AD7-5263-F34A-8F5E-D48054B18CA7}" destId="{1A71BF6A-449B-F446-83EE-5DE84234424B}" srcOrd="0" destOrd="8" presId="urn:microsoft.com/office/officeart/2005/8/layout/hList1"/>
    <dgm:cxn modelId="{2F2F95C4-1436-9D4A-A1D6-A17F1654907B}" srcId="{F2A05C70-64D0-174F-96CA-8D8886A42700}" destId="{9C74DA0A-4734-174E-8832-B8B63E6ABFD9}" srcOrd="10" destOrd="0" parTransId="{0CBCCD76-3B0C-DC40-85B5-A6DB1100E27D}" sibTransId="{9174EAE3-7709-894B-94F0-62AD29E2315A}"/>
    <dgm:cxn modelId="{349878C5-3622-7047-B95C-F4E761CCD4E2}" type="presOf" srcId="{6C06993D-B491-964D-B99D-8C27CDDA630B}" destId="{7113D888-A091-0148-B809-558500F11730}" srcOrd="0" destOrd="7" presId="urn:microsoft.com/office/officeart/2005/8/layout/hList1"/>
    <dgm:cxn modelId="{1439E7C5-B41E-AB4C-B9FA-EDF1E6CD2A13}" type="presOf" srcId="{F4D66D96-F046-5B44-B0C7-051EC1EE70AE}" destId="{44166239-56FF-E042-BB85-390DFA25077A}" srcOrd="0" destOrd="0" presId="urn:microsoft.com/office/officeart/2005/8/layout/hList1"/>
    <dgm:cxn modelId="{D93F47C8-A8D2-B04E-8713-556062CDAB27}" type="presOf" srcId="{62282A74-D35E-914B-81CD-953B68F50298}" destId="{2297FE90-F822-FD41-9896-D1D149AA928E}" srcOrd="0" destOrd="0" presId="urn:microsoft.com/office/officeart/2005/8/layout/hList1"/>
    <dgm:cxn modelId="{4876B7C9-0DBD-0E40-A4A4-689A1BE01B6F}" type="presOf" srcId="{528B0447-750C-B84B-B38E-6C4CE45E8FD1}" destId="{B1F44652-1785-2342-919B-E792338E35F3}" srcOrd="0" destOrd="0" presId="urn:microsoft.com/office/officeart/2005/8/layout/hList1"/>
    <dgm:cxn modelId="{A4C6DBCA-5BDE-3446-8560-5C0A6FB09954}" type="presOf" srcId="{0E81084C-665F-7A40-8621-288823A6D91A}" destId="{FBF6FE0A-A1E0-D940-999E-D6642ED4A453}" srcOrd="0" destOrd="0" presId="urn:microsoft.com/office/officeart/2005/8/layout/hList1"/>
    <dgm:cxn modelId="{A5D9B3CB-E1DC-0D4A-A531-2474DE8E3001}" srcId="{F2A05C70-64D0-174F-96CA-8D8886A42700}" destId="{D38751D8-04D3-FB41-BE50-113186CE9249}" srcOrd="1" destOrd="0" parTransId="{A78064D7-7A89-EA43-ACDF-E39D7A3F4F61}" sibTransId="{09CA87E1-4539-FD49-9A77-507ACC50A220}"/>
    <dgm:cxn modelId="{5237ECCF-89EB-054F-91E8-45B094B3B269}" srcId="{3C31C087-F44D-3242-BEF1-1419442F0CB5}" destId="{CC00DBD9-F17A-354F-9030-64A4E788101D}" srcOrd="2" destOrd="0" parTransId="{906511A2-35E4-524A-BEC5-740C4EA818BE}" sibTransId="{C55EB23B-3D0E-AA4A-BE3C-712FD4561C16}"/>
    <dgm:cxn modelId="{006C6FD5-E5DE-EA48-9C9D-686B338A1B01}" srcId="{B8468E6A-8E1B-0745-A1C8-7F2809653837}" destId="{EFFEC21E-48DF-7943-AF91-AA2559DECB59}" srcOrd="0" destOrd="0" parTransId="{F523FD2A-E716-DD42-84F2-843AF8AFEC6D}" sibTransId="{B6AE7174-648A-164D-A23F-13A9BAF6E459}"/>
    <dgm:cxn modelId="{06D691D7-D115-094B-A0B6-51D1C74C006F}" type="presOf" srcId="{B0368CA6-3685-7049-9DC6-C905636ABE29}" destId="{7113D888-A091-0148-B809-558500F11730}" srcOrd="0" destOrd="5" presId="urn:microsoft.com/office/officeart/2005/8/layout/hList1"/>
    <dgm:cxn modelId="{ED7E93D7-049E-9F49-BDA9-BA7FEDE7770E}" type="presOf" srcId="{C214054E-5CC8-DA45-B001-BA21D367E041}" destId="{CE5F70C5-46D1-F941-BA20-6505D8125C99}" srcOrd="0" destOrd="3" presId="urn:microsoft.com/office/officeart/2005/8/layout/hList1"/>
    <dgm:cxn modelId="{5AE113D8-F3AD-8244-9E6F-248ED637F20F}" srcId="{F2A05C70-64D0-174F-96CA-8D8886A42700}" destId="{6B49D39A-09DD-EB47-8425-DD7594735C12}" srcOrd="8" destOrd="0" parTransId="{37AE19E0-34F7-914F-AD42-03F2D76A5924}" sibTransId="{B168F7A7-BFE2-8944-8EF6-93508F9C3F47}"/>
    <dgm:cxn modelId="{028491D9-D372-0747-95B4-C680930183D6}" srcId="{820B0744-2C7F-1B4D-B396-CAF01C0D130F}" destId="{60696620-E2C0-B64C-9D22-E13B74596ECB}" srcOrd="1" destOrd="0" parTransId="{94E9C171-0BDF-B040-A4C9-740212CF4B38}" sibTransId="{B36373FA-502D-ED4C-B821-30F88124FF67}"/>
    <dgm:cxn modelId="{041263DA-036F-AE4C-BC1F-3AFDFD4F6237}" type="presOf" srcId="{DF2760B5-1FF2-AB4E-B6C0-962D245A7F1B}" destId="{2393E5E2-B7D6-5649-940D-13F8B1FB5DDE}" srcOrd="0" destOrd="5" presId="urn:microsoft.com/office/officeart/2005/8/layout/hList1"/>
    <dgm:cxn modelId="{178997DA-91DD-754C-8E54-A3AF3B285795}" type="presOf" srcId="{60696620-E2C0-B64C-9D22-E13B74596ECB}" destId="{74E1EE4E-5633-F746-8414-2E58AD18F8F7}" srcOrd="0" destOrd="1" presId="urn:microsoft.com/office/officeart/2005/8/layout/hList1"/>
    <dgm:cxn modelId="{D13DC4DA-FE84-BD46-8EEA-890AADE0EB69}" srcId="{62282A74-D35E-914B-81CD-953B68F50298}" destId="{820B0744-2C7F-1B4D-B396-CAF01C0D130F}" srcOrd="2" destOrd="0" parTransId="{A29767F3-5AAC-7F40-A768-8C804FBECD15}" sibTransId="{51920D77-AA92-EB47-8544-CA4FC67E76CF}"/>
    <dgm:cxn modelId="{931611DB-BD9D-2A46-BD24-80827B73C300}" type="presOf" srcId="{B77C66BA-0BC9-E645-9AE4-A94A934B6380}" destId="{2393E5E2-B7D6-5649-940D-13F8B1FB5DDE}" srcOrd="0" destOrd="2" presId="urn:microsoft.com/office/officeart/2005/8/layout/hList1"/>
    <dgm:cxn modelId="{0E1D40DB-DC22-5F4A-9ECD-C4EB05AE3336}" type="presOf" srcId="{4B82FEA6-0005-4E48-9B77-482E895B516F}" destId="{44166239-56FF-E042-BB85-390DFA25077A}" srcOrd="0" destOrd="5" presId="urn:microsoft.com/office/officeart/2005/8/layout/hList1"/>
    <dgm:cxn modelId="{9700F6DC-3618-274C-ADD6-A954EFDF64D8}" srcId="{820B0744-2C7F-1B4D-B396-CAF01C0D130F}" destId="{3CE228BE-3DA7-D54A-807B-2E5ED5F6DD6A}" srcOrd="8" destOrd="0" parTransId="{4E170F47-5A3A-8F4B-B58C-19E8743C14F0}" sibTransId="{9942E02B-94B7-3B46-B80F-C87306B01D69}"/>
    <dgm:cxn modelId="{92B389E3-BC05-BA4D-9A12-4738CED5717F}" srcId="{62282A74-D35E-914B-81CD-953B68F50298}" destId="{206B004E-E561-9D43-B840-3F6B468C6D72}" srcOrd="6" destOrd="0" parTransId="{8B80118A-01E9-7E43-833F-62CCCF5732F8}" sibTransId="{281B787A-D136-2A4B-B3F4-17FA3E5F46EE}"/>
    <dgm:cxn modelId="{9AAA5BE5-2F39-E947-A94E-7C7979F9F356}" type="presOf" srcId="{2128AB4E-2A43-B342-AB0C-88935E772827}" destId="{74E1EE4E-5633-F746-8414-2E58AD18F8F7}" srcOrd="0" destOrd="6" presId="urn:microsoft.com/office/officeart/2005/8/layout/hList1"/>
    <dgm:cxn modelId="{BFD991E6-82C9-0342-BE81-006EADB169CE}" type="presOf" srcId="{BF8B952B-2003-5B44-BCE6-DFF9A4A923C3}" destId="{1A71BF6A-449B-F446-83EE-5DE84234424B}" srcOrd="0" destOrd="6" presId="urn:microsoft.com/office/officeart/2005/8/layout/hList1"/>
    <dgm:cxn modelId="{BB7F3BE7-E72C-AC46-B059-97C9BAC8F69A}" type="presOf" srcId="{0E742E11-124E-384E-AFFB-A23152CEE719}" destId="{1A71BF6A-449B-F446-83EE-5DE84234424B}" srcOrd="0" destOrd="1" presId="urn:microsoft.com/office/officeart/2005/8/layout/hList1"/>
    <dgm:cxn modelId="{0EF4E3E8-D34B-C842-8C87-7B3B8A90CEBB}" srcId="{F2A05C70-64D0-174F-96CA-8D8886A42700}" destId="{4B6AC34A-8917-5E40-9F26-228F6CAF027E}" srcOrd="4" destOrd="0" parTransId="{39C22C08-49F9-1E4E-83FC-A0AC6D41823E}" sibTransId="{756BB98C-0CCF-5543-B22E-3E7FBB797843}"/>
    <dgm:cxn modelId="{7AAD65EB-101E-3D4F-874C-D4770BB86562}" srcId="{528B0447-750C-B84B-B38E-6C4CE45E8FD1}" destId="{04617FC7-A425-B64B-8696-4ADB18F1CD25}" srcOrd="1" destOrd="0" parTransId="{9E672A7D-4D71-6749-B1AF-0BD19A501EB0}" sibTransId="{84A4B815-6010-9B4B-806B-AE0B4B73FEEB}"/>
    <dgm:cxn modelId="{36EB07EC-94F7-C949-968E-174D44BBD7DB}" srcId="{49D1358D-4D41-384E-B2F7-E6F4F09F7E67}" destId="{F5BD1AD7-5263-F34A-8F5E-D48054B18CA7}" srcOrd="0" destOrd="0" parTransId="{F7438331-789C-DC4E-9FA4-BC9C920FEF7E}" sibTransId="{D6E40BCD-78E4-484F-A1AF-2811E6251E44}"/>
    <dgm:cxn modelId="{6B1F28EE-9184-EB45-B70F-5C5677FB2BA7}" srcId="{F2A05C70-64D0-174F-96CA-8D8886A42700}" destId="{FDDEB88A-4DC7-9D45-AFF5-3C8FD998C362}" srcOrd="9" destOrd="0" parTransId="{344F0D49-724F-584A-AC02-686E7A74766F}" sibTransId="{62FF32F6-3FFB-3245-89DE-75D8DBC28414}"/>
    <dgm:cxn modelId="{EB35CBEE-4B4F-1E4A-841E-520DB972AF97}" type="presOf" srcId="{CE788528-5587-614F-BF43-2229EB4B69F2}" destId="{74E1EE4E-5633-F746-8414-2E58AD18F8F7}" srcOrd="0" destOrd="2" presId="urn:microsoft.com/office/officeart/2005/8/layout/hList1"/>
    <dgm:cxn modelId="{691D73F0-B06C-BC48-8453-0DC44EF6C342}" srcId="{820B0744-2C7F-1B4D-B396-CAF01C0D130F}" destId="{6B5EDEFC-6BE4-9E41-B48A-080F6CAEF84A}" srcOrd="10" destOrd="0" parTransId="{E0600B96-E336-9E42-A5CB-0CB31DC15529}" sibTransId="{637728D7-9241-5F48-BB9C-C82D3F03F819}"/>
    <dgm:cxn modelId="{76787BF3-0E4B-C24B-A9BC-FF9D45CC43DE}" srcId="{206B004E-E561-9D43-B840-3F6B468C6D72}" destId="{8D2AC4F3-C878-D14C-88B9-4255B8492E3E}" srcOrd="2" destOrd="0" parTransId="{6D27DC25-AEAC-E241-A89D-74644E832AB9}" sibTransId="{C509427C-D458-7E42-AE36-6C81493EEC4F}"/>
    <dgm:cxn modelId="{A43358F6-FA48-1E4F-800D-3841C8D1835F}" srcId="{62282A74-D35E-914B-81CD-953B68F50298}" destId="{528B0447-750C-B84B-B38E-6C4CE45E8FD1}" srcOrd="4" destOrd="0" parTransId="{93FEDD01-DAB4-704E-9F87-D8FBF347F034}" sibTransId="{549AA73C-4F66-9E49-A5A9-30C9BAD99AF5}"/>
    <dgm:cxn modelId="{31C7DFF6-5DD1-A142-8183-288385DDC8F6}" srcId="{49D1358D-4D41-384E-B2F7-E6F4F09F7E67}" destId="{6CC0AC49-BE78-084C-ABCA-42C7F12B8A8F}" srcOrd="1" destOrd="0" parTransId="{CA10C94A-DD90-F447-81FB-7A050214ED22}" sibTransId="{0B771838-D55A-944E-A1C1-176D76EC03EE}"/>
    <dgm:cxn modelId="{58EFA6F8-4B5C-1145-B0F7-3A0B799D0054}" type="presOf" srcId="{134844F8-E973-3E46-BD4B-F27661DC996E}" destId="{CE5F70C5-46D1-F941-BA20-6505D8125C99}" srcOrd="0" destOrd="0" presId="urn:microsoft.com/office/officeart/2005/8/layout/hList1"/>
    <dgm:cxn modelId="{6EB4F8F8-F868-5E42-B600-71B885758D38}" type="presOf" srcId="{820B0744-2C7F-1B4D-B396-CAF01C0D130F}" destId="{6555432B-9DF8-724F-8E30-71C0601F40F0}" srcOrd="0" destOrd="0" presId="urn:microsoft.com/office/officeart/2005/8/layout/hList1"/>
    <dgm:cxn modelId="{80CAEBF9-4EE4-EE44-8D39-60F30E0E83A1}" srcId="{3C31C087-F44D-3242-BEF1-1419442F0CB5}" destId="{686936BA-D5C0-EC4A-868F-D26B7C113448}" srcOrd="1" destOrd="0" parTransId="{9A96633A-56F2-C242-990E-268896D5E1CD}" sibTransId="{CCFABE67-DAF6-EB41-808E-2811D6964336}"/>
    <dgm:cxn modelId="{8F33C9FA-3A63-1840-83F2-FF3E2427A310}" type="presOf" srcId="{42B02ACF-D616-EC44-9BE1-D85A6BD01522}" destId="{1A71BF6A-449B-F446-83EE-5DE84234424B}" srcOrd="0" destOrd="5" presId="urn:microsoft.com/office/officeart/2005/8/layout/hList1"/>
    <dgm:cxn modelId="{D1076170-F336-C944-8AB1-7F3F77FD24AE}" type="presParOf" srcId="{2297FE90-F822-FD41-9896-D1D149AA928E}" destId="{7B98A648-2BBA-174B-A6E1-55852336FD2B}" srcOrd="0" destOrd="0" presId="urn:microsoft.com/office/officeart/2005/8/layout/hList1"/>
    <dgm:cxn modelId="{56D42CF7-C22E-1E42-9D49-842B5CE50AE4}" type="presParOf" srcId="{7B98A648-2BBA-174B-A6E1-55852336FD2B}" destId="{FBF6FE0A-A1E0-D940-999E-D6642ED4A453}" srcOrd="0" destOrd="0" presId="urn:microsoft.com/office/officeart/2005/8/layout/hList1"/>
    <dgm:cxn modelId="{8CF871D1-2C42-B04C-8B7E-E027EFDEABB9}" type="presParOf" srcId="{7B98A648-2BBA-174B-A6E1-55852336FD2B}" destId="{44166239-56FF-E042-BB85-390DFA25077A}" srcOrd="1" destOrd="0" presId="urn:microsoft.com/office/officeart/2005/8/layout/hList1"/>
    <dgm:cxn modelId="{CAA1C428-0A91-0441-8B1D-75282C81ECA1}" type="presParOf" srcId="{2297FE90-F822-FD41-9896-D1D149AA928E}" destId="{893FC16C-8F9C-6E4D-9078-E9FC970F88C2}" srcOrd="1" destOrd="0" presId="urn:microsoft.com/office/officeart/2005/8/layout/hList1"/>
    <dgm:cxn modelId="{4D0C00E2-BB71-1840-97AE-852B1AB3DE8F}" type="presParOf" srcId="{2297FE90-F822-FD41-9896-D1D149AA928E}" destId="{9E3BD202-241B-A642-9A9C-86C971D2C4E2}" srcOrd="2" destOrd="0" presId="urn:microsoft.com/office/officeart/2005/8/layout/hList1"/>
    <dgm:cxn modelId="{2EE7D013-2A32-924D-906E-3199F629E272}" type="presParOf" srcId="{9E3BD202-241B-A642-9A9C-86C971D2C4E2}" destId="{4A0BD58D-1EEF-3545-8F73-6B4F3C6D0024}" srcOrd="0" destOrd="0" presId="urn:microsoft.com/office/officeart/2005/8/layout/hList1"/>
    <dgm:cxn modelId="{BD3CF7E1-332D-674B-8178-68541E719EE8}" type="presParOf" srcId="{9E3BD202-241B-A642-9A9C-86C971D2C4E2}" destId="{7113D888-A091-0148-B809-558500F11730}" srcOrd="1" destOrd="0" presId="urn:microsoft.com/office/officeart/2005/8/layout/hList1"/>
    <dgm:cxn modelId="{42C1A38D-C12F-634A-84E6-ED7626091157}" type="presParOf" srcId="{2297FE90-F822-FD41-9896-D1D149AA928E}" destId="{D244DF25-734F-014D-B063-8782BD6665B0}" srcOrd="3" destOrd="0" presId="urn:microsoft.com/office/officeart/2005/8/layout/hList1"/>
    <dgm:cxn modelId="{77A9DBA5-3F20-8842-93BC-A914ECBD72B0}" type="presParOf" srcId="{2297FE90-F822-FD41-9896-D1D149AA928E}" destId="{69EAD28E-E375-9E4C-A2F2-FA0E23352BE7}" srcOrd="4" destOrd="0" presId="urn:microsoft.com/office/officeart/2005/8/layout/hList1"/>
    <dgm:cxn modelId="{C1769D23-0679-874D-95FB-299D13837A1C}" type="presParOf" srcId="{69EAD28E-E375-9E4C-A2F2-FA0E23352BE7}" destId="{6555432B-9DF8-724F-8E30-71C0601F40F0}" srcOrd="0" destOrd="0" presId="urn:microsoft.com/office/officeart/2005/8/layout/hList1"/>
    <dgm:cxn modelId="{31B92314-266E-3B48-A8B9-916031C44CB7}" type="presParOf" srcId="{69EAD28E-E375-9E4C-A2F2-FA0E23352BE7}" destId="{74E1EE4E-5633-F746-8414-2E58AD18F8F7}" srcOrd="1" destOrd="0" presId="urn:microsoft.com/office/officeart/2005/8/layout/hList1"/>
    <dgm:cxn modelId="{F84332CA-86FC-5D4E-955C-42F9B4765C9F}" type="presParOf" srcId="{2297FE90-F822-FD41-9896-D1D149AA928E}" destId="{3D971949-9124-B444-A1B5-377E14D7446C}" srcOrd="5" destOrd="0" presId="urn:microsoft.com/office/officeart/2005/8/layout/hList1"/>
    <dgm:cxn modelId="{9D6A60A8-1890-9848-8054-3CD01444726B}" type="presParOf" srcId="{2297FE90-F822-FD41-9896-D1D149AA928E}" destId="{763631C3-8037-1445-98AD-42DF0A3E85FE}" srcOrd="6" destOrd="0" presId="urn:microsoft.com/office/officeart/2005/8/layout/hList1"/>
    <dgm:cxn modelId="{91013CDC-F237-114B-9FC7-E43874388EBC}" type="presParOf" srcId="{763631C3-8037-1445-98AD-42DF0A3E85FE}" destId="{763EEBA5-2A97-7545-B388-BB57D917C4C6}" srcOrd="0" destOrd="0" presId="urn:microsoft.com/office/officeart/2005/8/layout/hList1"/>
    <dgm:cxn modelId="{E6C36DDF-149D-DB44-9EAC-2ED353594BDA}" type="presParOf" srcId="{763631C3-8037-1445-98AD-42DF0A3E85FE}" destId="{2CA682A4-E48E-8D4E-90D8-411450594F85}" srcOrd="1" destOrd="0" presId="urn:microsoft.com/office/officeart/2005/8/layout/hList1"/>
    <dgm:cxn modelId="{FE809827-E240-3340-8C64-6FF6A6C33883}" type="presParOf" srcId="{2297FE90-F822-FD41-9896-D1D149AA928E}" destId="{00890C45-7F30-764F-A1BD-F0A2A2F5B4E2}" srcOrd="7" destOrd="0" presId="urn:microsoft.com/office/officeart/2005/8/layout/hList1"/>
    <dgm:cxn modelId="{55D64BD4-A37C-234A-8B06-4D852DD82915}" type="presParOf" srcId="{2297FE90-F822-FD41-9896-D1D149AA928E}" destId="{DA7C9088-B863-0442-A5C8-DC950D478819}" srcOrd="8" destOrd="0" presId="urn:microsoft.com/office/officeart/2005/8/layout/hList1"/>
    <dgm:cxn modelId="{EACDA88F-65EB-8D4A-A167-B4504F267440}" type="presParOf" srcId="{DA7C9088-B863-0442-A5C8-DC950D478819}" destId="{B1F44652-1785-2342-919B-E792338E35F3}" srcOrd="0" destOrd="0" presId="urn:microsoft.com/office/officeart/2005/8/layout/hList1"/>
    <dgm:cxn modelId="{8B4B2EE6-E8A9-A047-B4D5-AAEB8D7776C8}" type="presParOf" srcId="{DA7C9088-B863-0442-A5C8-DC950D478819}" destId="{CE5F70C5-46D1-F941-BA20-6505D8125C99}" srcOrd="1" destOrd="0" presId="urn:microsoft.com/office/officeart/2005/8/layout/hList1"/>
    <dgm:cxn modelId="{CA34E960-C5C8-404F-8774-8E0F4018DCB2}" type="presParOf" srcId="{2297FE90-F822-FD41-9896-D1D149AA928E}" destId="{AB87FBA0-9E03-0A43-837E-20148E67BD10}" srcOrd="9" destOrd="0" presId="urn:microsoft.com/office/officeart/2005/8/layout/hList1"/>
    <dgm:cxn modelId="{97513883-25E9-934F-ABF0-D0AD6F88526B}" type="presParOf" srcId="{2297FE90-F822-FD41-9896-D1D149AA928E}" destId="{C9C04AF7-5C53-9642-BD9D-0B04D3A30399}" srcOrd="10" destOrd="0" presId="urn:microsoft.com/office/officeart/2005/8/layout/hList1"/>
    <dgm:cxn modelId="{043C4988-C187-8C4A-9EFB-96E65411444A}" type="presParOf" srcId="{C9C04AF7-5C53-9642-BD9D-0B04D3A30399}" destId="{BB209C84-3A08-FB4C-A922-B95B7FDD58EF}" srcOrd="0" destOrd="0" presId="urn:microsoft.com/office/officeart/2005/8/layout/hList1"/>
    <dgm:cxn modelId="{85C658AE-2E39-8040-A122-53A5B8E6C8D1}" type="presParOf" srcId="{C9C04AF7-5C53-9642-BD9D-0B04D3A30399}" destId="{2393E5E2-B7D6-5649-940D-13F8B1FB5DDE}" srcOrd="1" destOrd="0" presId="urn:microsoft.com/office/officeart/2005/8/layout/hList1"/>
    <dgm:cxn modelId="{8FFA0DFE-F1A4-BF45-9E7F-EC2E5D8EE2E7}" type="presParOf" srcId="{2297FE90-F822-FD41-9896-D1D149AA928E}" destId="{99700484-5C5B-E14C-9EC5-617C6B72810B}" srcOrd="11" destOrd="0" presId="urn:microsoft.com/office/officeart/2005/8/layout/hList1"/>
    <dgm:cxn modelId="{5DA027A6-D122-2341-ABCA-0716688067A9}" type="presParOf" srcId="{2297FE90-F822-FD41-9896-D1D149AA928E}" destId="{C19DCCA0-CF82-1A4D-84B2-8B0C209034C2}" srcOrd="12" destOrd="0" presId="urn:microsoft.com/office/officeart/2005/8/layout/hList1"/>
    <dgm:cxn modelId="{8C0D63DD-5151-524A-AC29-B359999FFFEA}" type="presParOf" srcId="{C19DCCA0-CF82-1A4D-84B2-8B0C209034C2}" destId="{A65C912B-5A8B-F74D-91B5-61A3D50B2E45}" srcOrd="0" destOrd="0" presId="urn:microsoft.com/office/officeart/2005/8/layout/hList1"/>
    <dgm:cxn modelId="{33B6E59D-659F-8A46-BFD7-0526DAB85A24}" type="presParOf" srcId="{C19DCCA0-CF82-1A4D-84B2-8B0C209034C2}" destId="{1A71BF6A-449B-F446-83EE-5DE84234424B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6233BD-3BD8-E848-A592-4EF19AA46927}">
      <dsp:nvSpPr>
        <dsp:cNvPr id="0" name=""/>
        <dsp:cNvSpPr/>
      </dsp:nvSpPr>
      <dsp:spPr>
        <a:xfrm>
          <a:off x="634" y="352207"/>
          <a:ext cx="2729520" cy="4714252"/>
        </a:xfrm>
        <a:prstGeom prst="roundRect">
          <a:avLst>
            <a:gd name="adj" fmla="val 5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61722" rIns="80010" bIns="0" numCol="1" spcCol="1270" anchor="t" anchorCtr="0">
          <a:noAutofit/>
        </a:bodyPr>
        <a:lstStyle/>
        <a:p>
          <a:pPr marL="0" lvl="0" indent="0" algn="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 dirty="0">
              <a:latin typeface="Helvetica" pitchFamily="2" charset="0"/>
              <a:cs typeface="Arial" panose="020B0604020202020204" pitchFamily="34" charset="0"/>
            </a:rPr>
            <a:t>A. Data acquisition &amp; preprocessing</a:t>
          </a:r>
          <a:endParaRPr lang="en-US" sz="1800" b="0" kern="1200" dirty="0">
            <a:latin typeface="Helvetica" pitchFamily="2" charset="0"/>
          </a:endParaRPr>
        </a:p>
      </dsp:txBody>
      <dsp:txXfrm rot="16200000">
        <a:off x="-1659257" y="2012098"/>
        <a:ext cx="3865687" cy="545904"/>
      </dsp:txXfrm>
    </dsp:sp>
    <dsp:sp modelId="{193C9333-65A5-5440-A926-B35EDAB25D11}">
      <dsp:nvSpPr>
        <dsp:cNvPr id="0" name=""/>
        <dsp:cNvSpPr/>
      </dsp:nvSpPr>
      <dsp:spPr>
        <a:xfrm>
          <a:off x="546538" y="352207"/>
          <a:ext cx="2033492" cy="4714252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44577" rIns="0" bIns="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b="1" kern="1200" dirty="0">
            <a:latin typeface="Helvetica" pitchFamily="2" charset="0"/>
            <a:cs typeface="Arial" panose="020B0604020202020204" pitchFamily="34" charset="0"/>
          </a:endParaRP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b="1" kern="1200" dirty="0">
            <a:latin typeface="Helvetica" pitchFamily="2" charset="0"/>
            <a:cs typeface="Arial" panose="020B0604020202020204" pitchFamily="34" charset="0"/>
          </a:endParaRP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>
              <a:latin typeface="Helvetica" pitchFamily="2" charset="0"/>
              <a:cs typeface="Arial" panose="020B0604020202020204" pitchFamily="34" charset="0"/>
            </a:rPr>
            <a:t>— Raw expression</a:t>
          </a:r>
          <a:endParaRPr lang="en-US" sz="1300" kern="1200" dirty="0">
            <a:latin typeface="Helvetica" pitchFamily="2" charset="0"/>
          </a:endParaRP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latin typeface="Helvetica" pitchFamily="2" charset="0"/>
              <a:cs typeface="Arial" panose="020B0604020202020204" pitchFamily="34" charset="0"/>
            </a:rPr>
            <a:t>Raw gene counts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latin typeface="Helvetica" pitchFamily="2" charset="0"/>
              <a:cs typeface="Arial" panose="020B0604020202020204" pitchFamily="34" charset="0"/>
            </a:rPr>
            <a:t>(genes × samples)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latin typeface="Helvetica" pitchFamily="2" charset="0"/>
              <a:cs typeface="Arial" panose="020B0604020202020204" pitchFamily="34" charset="0"/>
            </a:rPr>
            <a:t>• CRISPR CAR-T RNA-seq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latin typeface="Helvetica" pitchFamily="2" charset="0"/>
              <a:cs typeface="Arial" panose="020B0604020202020204" pitchFamily="34" charset="0"/>
            </a:rPr>
            <a:t>• 60 samples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latin typeface="Helvetica" pitchFamily="2" charset="0"/>
              <a:cs typeface="Arial" panose="020B0604020202020204" pitchFamily="34" charset="0"/>
            </a:rPr>
            <a:t>• ~60k genes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 dirty="0">
            <a:latin typeface="Helvetica" pitchFamily="2" charset="0"/>
            <a:cs typeface="Arial" panose="020B0604020202020204" pitchFamily="34" charset="0"/>
          </a:endParaRPr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 err="1">
              <a:latin typeface="Helvetica" pitchFamily="2" charset="0"/>
              <a:cs typeface="Arial" panose="020B0604020202020204" pitchFamily="34" charset="0"/>
            </a:rPr>
            <a:t>counts_num</a:t>
          </a:r>
          <a:endParaRPr lang="en-US" sz="1000" kern="1200" dirty="0">
            <a:latin typeface="Helvetica" pitchFamily="2" charset="0"/>
            <a:cs typeface="Arial" panose="020B0604020202020204" pitchFamily="34" charset="0"/>
          </a:endParaRP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 dirty="0">
            <a:latin typeface="Helvetica" pitchFamily="2" charset="0"/>
            <a:cs typeface="Arial" panose="020B0604020202020204" pitchFamily="34" charset="0"/>
          </a:endParaRP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 dirty="0">
            <a:latin typeface="Helvetica" pitchFamily="2" charset="0"/>
            <a:cs typeface="Arial" panose="020B0604020202020204" pitchFamily="34" charset="0"/>
          </a:endParaRP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 dirty="0">
            <a:latin typeface="Helvetica" pitchFamily="2" charset="0"/>
            <a:cs typeface="Arial" panose="020B0604020202020204" pitchFamily="34" charset="0"/>
          </a:endParaRP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>
              <a:latin typeface="Helvetica" pitchFamily="2" charset="0"/>
              <a:cs typeface="Arial" panose="020B0604020202020204" pitchFamily="34" charset="0"/>
            </a:rPr>
            <a:t>— Sample metadata</a:t>
          </a:r>
          <a:endParaRPr lang="en-US" sz="1300" kern="1200" dirty="0">
            <a:latin typeface="Helvetica" pitchFamily="2" charset="0"/>
          </a:endParaRP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latin typeface="Helvetica" pitchFamily="2" charset="0"/>
              <a:cs typeface="Arial" panose="020B0604020202020204" pitchFamily="34" charset="0"/>
            </a:rPr>
            <a:t>Sample metadata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latin typeface="Helvetica" pitchFamily="2" charset="0"/>
              <a:cs typeface="Arial" panose="020B0604020202020204" pitchFamily="34" charset="0"/>
            </a:rPr>
            <a:t>• donor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latin typeface="Helvetica" pitchFamily="2" charset="0"/>
              <a:cs typeface="Arial" panose="020B0604020202020204" pitchFamily="34" charset="0"/>
            </a:rPr>
            <a:t>• guide (RHOG / </a:t>
          </a:r>
          <a:r>
            <a:rPr lang="en-US" sz="1300" kern="1200" dirty="0" err="1">
              <a:latin typeface="Helvetica" pitchFamily="2" charset="0"/>
              <a:cs typeface="Arial" panose="020B0604020202020204" pitchFamily="34" charset="0"/>
            </a:rPr>
            <a:t>SafeHarbor</a:t>
          </a:r>
          <a:r>
            <a:rPr lang="en-US" sz="1300" kern="1200" dirty="0">
              <a:latin typeface="Helvetica" pitchFamily="2" charset="0"/>
              <a:cs typeface="Arial" panose="020B0604020202020204" pitchFamily="34" charset="0"/>
            </a:rPr>
            <a:t>)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latin typeface="Helvetica" pitchFamily="2" charset="0"/>
              <a:cs typeface="Arial" panose="020B0604020202020204" pitchFamily="34" charset="0"/>
            </a:rPr>
            <a:t>• activation time (hours)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endParaRPr lang="en-US" sz="1300" kern="1200" dirty="0">
            <a:latin typeface="Helvetica" pitchFamily="2" charset="0"/>
            <a:cs typeface="Arial" panose="020B0604020202020204" pitchFamily="34" charset="0"/>
          </a:endParaRPr>
        </a:p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 err="1">
              <a:latin typeface="Helvetica" pitchFamily="2" charset="0"/>
              <a:cs typeface="Arial" panose="020B0604020202020204" pitchFamily="34" charset="0"/>
            </a:rPr>
            <a:t>metadata_samples.csv</a:t>
          </a:r>
          <a:endParaRPr lang="en-US" sz="800" kern="1200" dirty="0">
            <a:latin typeface="Helvetica" pitchFamily="2" charset="0"/>
            <a:cs typeface="Arial" panose="020B0604020202020204" pitchFamily="34" charset="0"/>
          </a:endParaRPr>
        </a:p>
      </dsp:txBody>
      <dsp:txXfrm>
        <a:off x="546538" y="352207"/>
        <a:ext cx="2033492" cy="4714252"/>
      </dsp:txXfrm>
    </dsp:sp>
    <dsp:sp modelId="{6886D103-4087-0F46-A56B-E1CA30A78521}">
      <dsp:nvSpPr>
        <dsp:cNvPr id="0" name=""/>
        <dsp:cNvSpPr/>
      </dsp:nvSpPr>
      <dsp:spPr>
        <a:xfrm>
          <a:off x="2825687" y="352207"/>
          <a:ext cx="2729520" cy="4714252"/>
        </a:xfrm>
        <a:prstGeom prst="roundRect">
          <a:avLst>
            <a:gd name="adj" fmla="val 5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61722" rIns="80010" bIns="0" numCol="1" spcCol="1270" anchor="t" anchorCtr="0">
          <a:noAutofit/>
        </a:bodyPr>
        <a:lstStyle/>
        <a:p>
          <a:pPr marL="0" lvl="0" indent="0" algn="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u="none" strike="noStrike" kern="1200" dirty="0">
              <a:effectLst/>
              <a:latin typeface="Helvetica" pitchFamily="2" charset="0"/>
              <a:cs typeface="Arial" panose="020B0604020202020204" pitchFamily="34" charset="0"/>
            </a:rPr>
            <a:t>Preprocessing steps</a:t>
          </a:r>
          <a:endParaRPr lang="en-US" sz="1800" b="0" kern="1200" dirty="0">
            <a:latin typeface="Helvetica" pitchFamily="2" charset="0"/>
          </a:endParaRPr>
        </a:p>
      </dsp:txBody>
      <dsp:txXfrm rot="16200000">
        <a:off x="1165796" y="2012098"/>
        <a:ext cx="3865687" cy="545904"/>
      </dsp:txXfrm>
    </dsp:sp>
    <dsp:sp modelId="{5B1B0883-15FE-6D46-A804-6206DE5C42FB}">
      <dsp:nvSpPr>
        <dsp:cNvPr id="0" name=""/>
        <dsp:cNvSpPr/>
      </dsp:nvSpPr>
      <dsp:spPr>
        <a:xfrm rot="5400000">
          <a:off x="2598518" y="2957024"/>
          <a:ext cx="481634" cy="409428"/>
        </a:xfrm>
        <a:prstGeom prst="flowChartExtra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48735A-9AF9-E448-8584-66E464C922F0}">
      <dsp:nvSpPr>
        <dsp:cNvPr id="0" name=""/>
        <dsp:cNvSpPr/>
      </dsp:nvSpPr>
      <dsp:spPr>
        <a:xfrm>
          <a:off x="3371591" y="352207"/>
          <a:ext cx="2033492" cy="4714252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27432" rIns="0" bIns="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b="1" kern="1200" dirty="0">
            <a:latin typeface="Helvetica" pitchFamily="2" charset="0"/>
            <a:cs typeface="Arial" panose="020B0604020202020204" pitchFamily="34" charset="0"/>
          </a:endParaRP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b="1" kern="1200" dirty="0">
            <a:latin typeface="Helvetica" pitchFamily="2" charset="0"/>
            <a:cs typeface="Arial" panose="020B0604020202020204" pitchFamily="34" charset="0"/>
          </a:endParaRP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>
              <a:latin typeface="Helvetica" pitchFamily="2" charset="0"/>
              <a:cs typeface="Arial" panose="020B0604020202020204" pitchFamily="34" charset="0"/>
            </a:rPr>
            <a:t>— Normalization</a:t>
          </a:r>
          <a:endParaRPr lang="en-US" sz="1300" kern="1200" dirty="0">
            <a:latin typeface="Helvetica" pitchFamily="2" charset="0"/>
          </a:endParaRP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latin typeface="Helvetica" pitchFamily="2" charset="0"/>
              <a:cs typeface="Arial" panose="020B0604020202020204" pitchFamily="34" charset="0"/>
            </a:rPr>
            <a:t>Normalization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latin typeface="Helvetica" pitchFamily="2" charset="0"/>
              <a:cs typeface="Arial" panose="020B0604020202020204" pitchFamily="34" charset="0"/>
            </a:rPr>
            <a:t>• logCPM / log1p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latin typeface="Helvetica" pitchFamily="2" charset="0"/>
              <a:cs typeface="Arial" panose="020B0604020202020204" pitchFamily="34" charset="0"/>
            </a:rPr>
            <a:t>• variance stabilization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 dirty="0">
            <a:latin typeface="Helvetica" pitchFamily="2" charset="0"/>
            <a:cs typeface="Arial" panose="020B0604020202020204" pitchFamily="34" charset="0"/>
          </a:endParaRP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 dirty="0">
            <a:latin typeface="Helvetica" pitchFamily="2" charset="0"/>
            <a:cs typeface="Arial" panose="020B0604020202020204" pitchFamily="34" charset="0"/>
          </a:endParaRP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>
              <a:latin typeface="Helvetica" pitchFamily="2" charset="0"/>
              <a:cs typeface="Arial" panose="020B0604020202020204" pitchFamily="34" charset="0"/>
            </a:rPr>
            <a:t>— Gene harmonization</a:t>
          </a:r>
          <a:endParaRPr lang="en-US" sz="1300" kern="1200" dirty="0">
            <a:latin typeface="Helvetica" pitchFamily="2" charset="0"/>
          </a:endParaRP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latin typeface="Helvetica" pitchFamily="2" charset="0"/>
              <a:cs typeface="Arial" panose="020B0604020202020204" pitchFamily="34" charset="0"/>
            </a:rPr>
            <a:t>Gene ID harmonization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latin typeface="Helvetica" pitchFamily="2" charset="0"/>
              <a:cs typeface="Arial" panose="020B0604020202020204" pitchFamily="34" charset="0"/>
            </a:rPr>
            <a:t>• ENSEMBL → HGNC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latin typeface="Helvetica" pitchFamily="2" charset="0"/>
              <a:cs typeface="Arial" panose="020B0604020202020204" pitchFamily="34" charset="0"/>
            </a:rPr>
            <a:t>• drop unmapped genes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 dirty="0">
            <a:latin typeface="Helvetica" pitchFamily="2" charset="0"/>
            <a:cs typeface="Arial" panose="020B0604020202020204" pitchFamily="34" charset="0"/>
          </a:endParaRP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 dirty="0">
            <a:latin typeface="Helvetica" pitchFamily="2" charset="0"/>
            <a:cs typeface="Arial" panose="020B0604020202020204" pitchFamily="34" charset="0"/>
          </a:endParaRP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>
              <a:latin typeface="Helvetica" pitchFamily="2" charset="0"/>
              <a:cs typeface="Arial" panose="020B0604020202020204" pitchFamily="34" charset="0"/>
            </a:rPr>
            <a:t> — Symbol collapsing</a:t>
          </a:r>
          <a:endParaRPr lang="en-US" sz="1300" kern="1200" dirty="0">
            <a:latin typeface="Helvetica" pitchFamily="2" charset="0"/>
            <a:cs typeface="Arial" panose="020B0604020202020204" pitchFamily="34" charset="0"/>
          </a:endParaRP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latin typeface="Helvetica" pitchFamily="2" charset="0"/>
              <a:cs typeface="Arial" panose="020B0604020202020204" pitchFamily="34" charset="0"/>
            </a:rPr>
            <a:t>Duplicate symbol handling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latin typeface="Helvetica" pitchFamily="2" charset="0"/>
              <a:cs typeface="Arial" panose="020B0604020202020204" pitchFamily="34" charset="0"/>
            </a:rPr>
            <a:t>• collapse ENSG → symbol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latin typeface="Helvetica" pitchFamily="2" charset="0"/>
              <a:cs typeface="Arial" panose="020B0604020202020204" pitchFamily="34" charset="0"/>
            </a:rPr>
            <a:t>• mean expression per gene</a:t>
          </a:r>
        </a:p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 err="1">
              <a:latin typeface="Helvetica" pitchFamily="2" charset="0"/>
              <a:cs typeface="Arial" panose="020B0604020202020204" pitchFamily="34" charset="0"/>
            </a:rPr>
            <a:t>analysis_utils</a:t>
          </a:r>
          <a:r>
            <a:rPr lang="en-US" sz="800" kern="1200" dirty="0">
              <a:latin typeface="Helvetica" pitchFamily="2" charset="0"/>
              <a:cs typeface="Arial" panose="020B0604020202020204" pitchFamily="34" charset="0"/>
            </a:rPr>
            <a:t>/preprocessing.py</a:t>
          </a:r>
        </a:p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0" i="0" u="none" kern="1200" dirty="0">
              <a:latin typeface="Helvetica" pitchFamily="2" charset="0"/>
            </a:rPr>
            <a:t>(implemented as reusable functions)</a:t>
          </a:r>
          <a:endParaRPr lang="en-US" sz="800" kern="1200" dirty="0">
            <a:latin typeface="Helvetica" pitchFamily="2" charset="0"/>
            <a:cs typeface="Arial" panose="020B0604020202020204" pitchFamily="34" charset="0"/>
          </a:endParaRPr>
        </a:p>
      </dsp:txBody>
      <dsp:txXfrm>
        <a:off x="3371591" y="352207"/>
        <a:ext cx="2033492" cy="4714252"/>
      </dsp:txXfrm>
    </dsp:sp>
    <dsp:sp modelId="{B20B99A9-622E-1D43-913A-174DAA5BDD94}">
      <dsp:nvSpPr>
        <dsp:cNvPr id="0" name=""/>
        <dsp:cNvSpPr/>
      </dsp:nvSpPr>
      <dsp:spPr>
        <a:xfrm>
          <a:off x="5641433" y="867955"/>
          <a:ext cx="2729520" cy="320569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68580" rIns="8890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kern="1200" dirty="0">
              <a:latin typeface="Helvetica" pitchFamily="2" charset="0"/>
            </a:rPr>
            <a:t>      </a:t>
          </a:r>
          <a:r>
            <a:rPr lang="en-US" sz="1800" b="0" kern="1200" dirty="0">
              <a:latin typeface="Helvetica" pitchFamily="2" charset="0"/>
            </a:rPr>
            <a:t>Canonical outputs</a:t>
          </a:r>
          <a:endParaRPr lang="en-US" sz="1800" kern="1200" dirty="0">
            <a:latin typeface="Helvetica" pitchFamily="2" charset="0"/>
          </a:endParaRPr>
        </a:p>
      </dsp:txBody>
      <dsp:txXfrm rot="16200000">
        <a:off x="4600052" y="1909336"/>
        <a:ext cx="2628666" cy="545904"/>
      </dsp:txXfrm>
    </dsp:sp>
    <dsp:sp modelId="{629B5385-7892-A448-8B50-F715C915381D}">
      <dsp:nvSpPr>
        <dsp:cNvPr id="0" name=""/>
        <dsp:cNvSpPr/>
      </dsp:nvSpPr>
      <dsp:spPr>
        <a:xfrm rot="5400000">
          <a:off x="5423571" y="2957024"/>
          <a:ext cx="481634" cy="409428"/>
        </a:xfrm>
        <a:prstGeom prst="flowChartExtra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018E86-6618-3744-A952-9F229F11EE09}">
      <dsp:nvSpPr>
        <dsp:cNvPr id="0" name=""/>
        <dsp:cNvSpPr/>
      </dsp:nvSpPr>
      <dsp:spPr>
        <a:xfrm>
          <a:off x="6187337" y="867955"/>
          <a:ext cx="2033492" cy="3205690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27432" rIns="0" bIns="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itchFamily="2" charset="2"/>
            <a:buNone/>
          </a:pPr>
          <a:endParaRPr lang="en-US" sz="1300" b="1" kern="1200" dirty="0">
            <a:latin typeface="Helvetica" pitchFamily="2" charset="0"/>
            <a:cs typeface="Arial" panose="020B0604020202020204" pitchFamily="34" charset="0"/>
          </a:endParaRP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itchFamily="2" charset="2"/>
            <a:buNone/>
          </a:pPr>
          <a:endParaRPr lang="en-US" sz="1300" b="1" kern="1200" dirty="0">
            <a:latin typeface="Helvetica" pitchFamily="2" charset="0"/>
            <a:cs typeface="Arial" panose="020B0604020202020204" pitchFamily="34" charset="0"/>
          </a:endParaRP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itchFamily="2" charset="2"/>
            <a:buNone/>
          </a:pPr>
          <a:r>
            <a:rPr lang="en-US" sz="1300" b="1" kern="1200" dirty="0">
              <a:latin typeface="Helvetica" pitchFamily="2" charset="0"/>
              <a:cs typeface="Arial" panose="020B0604020202020204" pitchFamily="34" charset="0"/>
            </a:rPr>
            <a:t>— </a:t>
          </a:r>
          <a:r>
            <a:rPr lang="en-US" sz="1300" b="1" kern="1200" dirty="0">
              <a:latin typeface="Helvetica" pitchFamily="2" charset="0"/>
            </a:rPr>
            <a:t>Processed expression matrices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itchFamily="2" charset="2"/>
            <a:buNone/>
          </a:pPr>
          <a:r>
            <a:rPr lang="en-US" sz="1300" kern="1200" dirty="0">
              <a:latin typeface="Helvetica" pitchFamily="2" charset="0"/>
              <a:cs typeface="Courier New" panose="02070309020205020404" pitchFamily="49" charset="0"/>
            </a:rPr>
            <a:t>expr_logcpm.parquet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itchFamily="2" charset="2"/>
            <a:buNone/>
          </a:pPr>
          <a:r>
            <a:rPr lang="en-US" sz="1300" kern="1200" dirty="0">
              <a:latin typeface="Helvetica" pitchFamily="2" charset="0"/>
              <a:cs typeface="Courier New" panose="02070309020205020404" pitchFamily="49" charset="0"/>
            </a:rPr>
            <a:t>expr_logcpm_symbol.parquet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itchFamily="2" charset="2"/>
            <a:buNone/>
          </a:pPr>
          <a:r>
            <a:rPr lang="en-US" sz="1300" kern="1200" dirty="0" err="1">
              <a:latin typeface="Helvetica" pitchFamily="2" charset="0"/>
              <a:cs typeface="Courier New" panose="02070309020205020404" pitchFamily="49" charset="0"/>
            </a:rPr>
            <a:t>metadata_samples.csv</a:t>
          </a:r>
          <a:endParaRPr lang="en-US" sz="1300" kern="1200" dirty="0">
            <a:latin typeface="Helvetica" pitchFamily="2" charset="0"/>
            <a:cs typeface="Courier New" panose="02070309020205020404" pitchFamily="49" charset="0"/>
          </a:endParaRP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 dirty="0">
            <a:latin typeface="Helvetica" pitchFamily="2" charset="0"/>
          </a:endParaRPr>
        </a:p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>
              <a:latin typeface="Helvetica" pitchFamily="2" charset="0"/>
            </a:rPr>
            <a:t>data/processed/</a:t>
          </a:r>
        </a:p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 dirty="0">
            <a:latin typeface="Helvetica" pitchFamily="2" charset="0"/>
          </a:endParaRPr>
        </a:p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effectLst/>
              <a:latin typeface="Helvetica" pitchFamily="2" charset="0"/>
              <a:ea typeface="Times New Roman" panose="02020603050405020304" pitchFamily="18" charset="0"/>
              <a:cs typeface="Arial" panose="020B0604020202020204" pitchFamily="34" charset="0"/>
            </a:rPr>
            <a:t>Standardized preprocessing ensures reproducible downstream PCA, UMAP, differential expression, and pathway analyses</a:t>
          </a:r>
          <a:r>
            <a:rPr lang="en-US" sz="800" b="1" kern="12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rPr>
            <a:t>.</a:t>
          </a:r>
          <a:endParaRPr lang="en-US" sz="800" kern="1200" dirty="0"/>
        </a:p>
      </dsp:txBody>
      <dsp:txXfrm>
        <a:off x="6187337" y="867955"/>
        <a:ext cx="2033492" cy="320569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AF91A8-0E74-DF4C-A588-EBACA2670EE6}">
      <dsp:nvSpPr>
        <dsp:cNvPr id="0" name=""/>
        <dsp:cNvSpPr/>
      </dsp:nvSpPr>
      <dsp:spPr>
        <a:xfrm>
          <a:off x="0" y="2812"/>
          <a:ext cx="9202673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C29768-F7C9-054B-8062-D018D093BF7B}">
      <dsp:nvSpPr>
        <dsp:cNvPr id="0" name=""/>
        <dsp:cNvSpPr/>
      </dsp:nvSpPr>
      <dsp:spPr>
        <a:xfrm>
          <a:off x="0" y="2812"/>
          <a:ext cx="1840534" cy="57550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b="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b="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b="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b="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b="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b="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latin typeface="Helvetica" pitchFamily="2" charset="0"/>
              <a:cs typeface="Arial" panose="020B0604020202020204" pitchFamily="34" charset="0"/>
            </a:rPr>
            <a:t>Input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b="1" kern="1200" dirty="0">
            <a:latin typeface="Helvetica" pitchFamily="2" charset="0"/>
            <a:cs typeface="Arial" panose="020B0604020202020204" pitchFamily="34" charset="0"/>
          </a:endParaRP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Helvetica" pitchFamily="2" charset="0"/>
              <a:cs typeface="Arial" panose="020B0604020202020204" pitchFamily="34" charset="0"/>
            </a:rPr>
            <a:t>Symbol-level normalized expression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Helvetica" pitchFamily="2" charset="0"/>
              <a:cs typeface="Arial" panose="020B0604020202020204" pitchFamily="34" charset="0"/>
            </a:rPr>
            <a:t>
</a:t>
          </a:r>
          <a:r>
            <a:rPr lang="en-US" sz="1200" kern="1200" dirty="0">
              <a:latin typeface="Helvetica" pitchFamily="2" charset="0"/>
              <a:cs typeface="Arial" panose="020B0604020202020204" pitchFamily="34" charset="0"/>
            </a:rPr>
            <a:t>• logCPM expression
• genes × samples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>
            <a:latin typeface="Helvetica" pitchFamily="2" charset="0"/>
            <a:cs typeface="Arial" panose="020B0604020202020204" pitchFamily="34" charset="0"/>
          </a:endParaRP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>
            <a:latin typeface="Helvetica" pitchFamily="2" charset="0"/>
            <a:cs typeface="Courier New" panose="02070309020205020404" pitchFamily="49" charset="0"/>
          </a:endParaRP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latin typeface="Helvetica" pitchFamily="2" charset="0"/>
              <a:cs typeface="Courier New" panose="02070309020205020404" pitchFamily="49" charset="0"/>
            </a:rPr>
            <a:t>expr_logcpm_symbol.parquet</a:t>
          </a:r>
          <a:endParaRPr lang="en-US" sz="1100" kern="1200" dirty="0">
            <a:latin typeface="Helvetica" pitchFamily="2" charset="0"/>
          </a:endParaRPr>
        </a:p>
      </dsp:txBody>
      <dsp:txXfrm>
        <a:off x="0" y="2812"/>
        <a:ext cx="1840534" cy="5755094"/>
      </dsp:txXfrm>
    </dsp:sp>
    <dsp:sp modelId="{2ACDEB55-7015-F841-AC9A-EBB861DF914A}">
      <dsp:nvSpPr>
        <dsp:cNvPr id="0" name=""/>
        <dsp:cNvSpPr/>
      </dsp:nvSpPr>
      <dsp:spPr>
        <a:xfrm>
          <a:off x="1978574" y="136573"/>
          <a:ext cx="7224098" cy="26752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ts val="72"/>
            </a:spcAft>
            <a:buNone/>
          </a:pPr>
          <a:r>
            <a:rPr lang="en-US" sz="1600" b="1" i="0" u="none" kern="1200" dirty="0">
              <a:latin typeface="Helvetica" pitchFamily="2" charset="0"/>
            </a:rPr>
            <a:t>PCA computation-outputs      PCA Biological Interpretation</a:t>
          </a:r>
        </a:p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ts val="72"/>
            </a:spcAft>
            <a:buNone/>
          </a:pPr>
          <a:r>
            <a:rPr lang="en-US" sz="1600" b="1" i="0" u="none" kern="1200" dirty="0">
              <a:latin typeface="Helvetica" pitchFamily="2" charset="0"/>
            </a:rPr>
            <a:t>                                                                of PCA axis</a:t>
          </a:r>
          <a:endParaRPr lang="en-US" sz="1600" b="1" kern="1200" dirty="0">
            <a:latin typeface="Helvetica" pitchFamily="2" charset="0"/>
          </a:endParaRPr>
        </a:p>
      </dsp:txBody>
      <dsp:txXfrm>
        <a:off x="1978574" y="136573"/>
        <a:ext cx="7224098" cy="2675219"/>
      </dsp:txXfrm>
    </dsp:sp>
    <dsp:sp modelId="{2A729442-DF96-3F4B-9783-C8BB1D96B116}">
      <dsp:nvSpPr>
        <dsp:cNvPr id="0" name=""/>
        <dsp:cNvSpPr/>
      </dsp:nvSpPr>
      <dsp:spPr>
        <a:xfrm>
          <a:off x="1840534" y="4229087"/>
          <a:ext cx="7362138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6E4D30-14C5-444F-AE4E-224C9FFA1DB8}">
      <dsp:nvSpPr>
        <dsp:cNvPr id="0" name=""/>
        <dsp:cNvSpPr/>
      </dsp:nvSpPr>
      <dsp:spPr>
        <a:xfrm>
          <a:off x="1978574" y="2945554"/>
          <a:ext cx="7224098" cy="26752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u="none" kern="1200" dirty="0">
              <a:latin typeface="Helvetica" pitchFamily="2" charset="0"/>
            </a:rPr>
            <a:t>UMAP</a:t>
          </a:r>
          <a:endParaRPr lang="en-US" sz="1600" b="1" kern="1200" dirty="0">
            <a:latin typeface="Helvetica" pitchFamily="2" charset="0"/>
          </a:endParaRP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 dirty="0"/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 dirty="0"/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 dirty="0"/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 dirty="0"/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 dirty="0"/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 dirty="0"/>
        </a:p>
      </dsp:txBody>
      <dsp:txXfrm>
        <a:off x="1978574" y="2945554"/>
        <a:ext cx="7224098" cy="2675219"/>
      </dsp:txXfrm>
    </dsp:sp>
    <dsp:sp modelId="{82DFAB21-C0D2-1B47-8FFE-6143D2849F28}">
      <dsp:nvSpPr>
        <dsp:cNvPr id="0" name=""/>
        <dsp:cNvSpPr/>
      </dsp:nvSpPr>
      <dsp:spPr>
        <a:xfrm>
          <a:off x="1840534" y="5620774"/>
          <a:ext cx="7362138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F6FE0A-A1E0-D940-999E-D6642ED4A453}">
      <dsp:nvSpPr>
        <dsp:cNvPr id="0" name=""/>
        <dsp:cNvSpPr/>
      </dsp:nvSpPr>
      <dsp:spPr>
        <a:xfrm>
          <a:off x="5294" y="1200629"/>
          <a:ext cx="1398571" cy="428732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4008" tIns="36576" rIns="64008" bIns="36576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i="0" u="none" kern="1200" dirty="0">
              <a:latin typeface="Helvetica" pitchFamily="2" charset="0"/>
            </a:rPr>
            <a:t>Input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b="0" i="0" u="none" kern="1200" dirty="0">
            <a:latin typeface="Helvetica" pitchFamily="2" charset="0"/>
          </a:endParaRPr>
        </a:p>
      </dsp:txBody>
      <dsp:txXfrm>
        <a:off x="5294" y="1200629"/>
        <a:ext cx="1398571" cy="428732"/>
      </dsp:txXfrm>
    </dsp:sp>
    <dsp:sp modelId="{44166239-56FF-E042-BB85-390DFA25077A}">
      <dsp:nvSpPr>
        <dsp:cNvPr id="0" name=""/>
        <dsp:cNvSpPr/>
      </dsp:nvSpPr>
      <dsp:spPr>
        <a:xfrm>
          <a:off x="539" y="1631531"/>
          <a:ext cx="1398571" cy="2522883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48006" tIns="48006" rIns="64008" bIns="72009" numCol="1" spcCol="1270" anchor="t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en-US" sz="900" b="0" i="1" u="none" kern="1200" dirty="0">
              <a:latin typeface="Helvetica" pitchFamily="2" charset="0"/>
            </a:rPr>
            <a:t>Normalized expression + metadata</a:t>
          </a:r>
          <a:endParaRPr lang="en-US" sz="900" b="0" i="1" kern="1200" dirty="0">
            <a:latin typeface="Helvetica" pitchFamily="2" charset="0"/>
          </a:endParaRP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endParaRPr lang="en-US" sz="900" kern="1200" dirty="0">
            <a:latin typeface="Helvetica" pitchFamily="2" charset="0"/>
          </a:endParaRP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900" b="0" i="1" kern="1200" dirty="0">
              <a:latin typeface="Helvetica" pitchFamily="2" charset="0"/>
            </a:rPr>
            <a:t>logCPM</a:t>
          </a:r>
          <a:r>
            <a:rPr lang="en-US" sz="900" kern="1200" dirty="0">
              <a:latin typeface="Helvetica" pitchFamily="2" charset="0"/>
            </a:rPr>
            <a:t> (symbol-level)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900" kern="1200" dirty="0">
              <a:latin typeface="Helvetica" pitchFamily="2" charset="0"/>
            </a:rPr>
            <a:t>samples × genes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900" kern="1200" dirty="0">
              <a:latin typeface="Helvetica" pitchFamily="2" charset="0"/>
            </a:rPr>
            <a:t>activation time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900" kern="1200" dirty="0">
              <a:latin typeface="Helvetica" pitchFamily="2" charset="0"/>
            </a:rPr>
            <a:t>perturbation (RHOG / </a:t>
          </a:r>
          <a:r>
            <a:rPr lang="en-US" sz="900" kern="1200" dirty="0" err="1">
              <a:latin typeface="Helvetica" pitchFamily="2" charset="0"/>
            </a:rPr>
            <a:t>SafeHarbor</a:t>
          </a:r>
          <a:r>
            <a:rPr lang="en-US" sz="900" kern="1200" dirty="0">
              <a:latin typeface="Helvetica" pitchFamily="2" charset="0"/>
            </a:rPr>
            <a:t>)</a:t>
          </a:r>
        </a:p>
      </dsp:txBody>
      <dsp:txXfrm>
        <a:off x="539" y="1631531"/>
        <a:ext cx="1398571" cy="2522883"/>
      </dsp:txXfrm>
    </dsp:sp>
    <dsp:sp modelId="{4A0BD58D-1EEF-3545-8F73-6B4F3C6D0024}">
      <dsp:nvSpPr>
        <dsp:cNvPr id="0" name=""/>
        <dsp:cNvSpPr/>
      </dsp:nvSpPr>
      <dsp:spPr>
        <a:xfrm>
          <a:off x="1609819" y="1200629"/>
          <a:ext cx="1398571" cy="428732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4008" tIns="36576" rIns="64008" bIns="36576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i="0" u="none" kern="1200" dirty="0">
              <a:latin typeface="Helvetica" pitchFamily="2" charset="0"/>
            </a:rPr>
            <a:t>Differential expression analysis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b="0" i="0" u="none" kern="1200" dirty="0">
            <a:latin typeface="Helvetica" pitchFamily="2" charset="0"/>
          </a:endParaRPr>
        </a:p>
      </dsp:txBody>
      <dsp:txXfrm>
        <a:off x="1609819" y="1200629"/>
        <a:ext cx="1398571" cy="428732"/>
      </dsp:txXfrm>
    </dsp:sp>
    <dsp:sp modelId="{7113D888-A091-0148-B809-558500F11730}">
      <dsp:nvSpPr>
        <dsp:cNvPr id="0" name=""/>
        <dsp:cNvSpPr/>
      </dsp:nvSpPr>
      <dsp:spPr>
        <a:xfrm>
          <a:off x="1609819" y="1629361"/>
          <a:ext cx="1398571" cy="2522883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48006" tIns="48006" rIns="64008" bIns="72009" numCol="1" spcCol="1270" anchor="t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en-US" sz="900" b="0" i="1" u="none" kern="1200" dirty="0">
              <a:latin typeface="Helvetica" pitchFamily="2" charset="0"/>
            </a:rPr>
            <a:t>Linear modeling of gene expression</a:t>
          </a:r>
          <a:r>
            <a:rPr lang="en-US" sz="900" b="0" i="1" kern="1200" dirty="0">
              <a:latin typeface="Helvetica" pitchFamily="2" charset="0"/>
            </a:rPr>
            <a:t>)</a:t>
          </a:r>
          <a:endParaRPr lang="en-US" sz="900" i="1" kern="1200" dirty="0">
            <a:latin typeface="Helvetica" pitchFamily="2" charset="0"/>
          </a:endParaRP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endParaRPr lang="en-US" sz="900" i="1" kern="1200" dirty="0">
            <a:latin typeface="Helvetica" pitchFamily="2" charset="0"/>
          </a:endParaRP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900" b="0" i="0" u="none" kern="1200" dirty="0">
              <a:latin typeface="Helvetica" pitchFamily="2" charset="0"/>
            </a:rPr>
            <a:t>contrasts:</a:t>
          </a:r>
          <a:endParaRPr lang="en-US" sz="900" kern="1200" dirty="0">
            <a:latin typeface="Helvetica" pitchFamily="2" charset="0"/>
          </a:endParaRPr>
        </a:p>
        <a:p>
          <a:pPr marL="114300" lvl="2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Courier New" panose="02070309020205020404" pitchFamily="49" charset="0"/>
            <a:buChar char="o"/>
          </a:pPr>
          <a:r>
            <a:rPr lang="en-US" sz="900" b="0" i="0" u="none" kern="1200" dirty="0">
              <a:latin typeface="Helvetica" pitchFamily="2" charset="0"/>
            </a:rPr>
            <a:t>Late vs Early activation</a:t>
          </a:r>
        </a:p>
        <a:p>
          <a:pPr marL="114300" lvl="2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Courier New" panose="02070309020205020404" pitchFamily="49" charset="0"/>
            <a:buChar char="o"/>
          </a:pPr>
          <a:r>
            <a:rPr lang="en-US" sz="900" b="0" i="0" u="none" kern="1200" dirty="0">
              <a:latin typeface="Helvetica" pitchFamily="2" charset="0"/>
            </a:rPr>
            <a:t>RHOG vs </a:t>
          </a:r>
          <a:r>
            <a:rPr lang="en-US" sz="900" b="0" i="0" u="none" kern="1200" dirty="0" err="1">
              <a:latin typeface="Helvetica" pitchFamily="2" charset="0"/>
            </a:rPr>
            <a:t>SafeHarbor</a:t>
          </a:r>
          <a:r>
            <a:rPr lang="en-US" sz="900" b="0" i="0" u="none" kern="1200" dirty="0">
              <a:latin typeface="Helvetica" pitchFamily="2" charset="0"/>
            </a:rPr>
            <a:t> (time-matched)</a:t>
          </a:r>
        </a:p>
        <a:p>
          <a:pPr marL="114300" lvl="2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Courier New" panose="02070309020205020404" pitchFamily="49" charset="0"/>
            <a:buChar char="o"/>
          </a:pPr>
          <a:endParaRPr lang="en-US" sz="900" b="0" i="0" u="none" kern="1200" dirty="0">
            <a:latin typeface="Helvetica" pitchFamily="2" charset="0"/>
          </a:endParaRP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900" b="0" i="0" u="none" kern="1200" dirty="0">
              <a:latin typeface="Helvetica" pitchFamily="2" charset="0"/>
            </a:rPr>
            <a:t>effect size: log2 fold-change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900" b="0" i="0" u="none" kern="1200" dirty="0">
              <a:latin typeface="Helvetica" pitchFamily="2" charset="0"/>
            </a:rPr>
            <a:t>significance: FDR-adjusted p-values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endParaRPr lang="en-US" sz="900" b="0" i="0" u="none" kern="1200" dirty="0">
            <a:latin typeface="Helvetica" pitchFamily="2" charset="0"/>
          </a:endParaRP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900" b="0" i="0" u="none" kern="1200" dirty="0" err="1">
              <a:latin typeface="Helvetica" pitchFamily="2" charset="0"/>
            </a:rPr>
            <a:t>analysis_utils</a:t>
          </a:r>
          <a:r>
            <a:rPr lang="en-US" sz="900" b="0" i="0" u="none" kern="1200" dirty="0">
              <a:latin typeface="Helvetica" pitchFamily="2" charset="0"/>
            </a:rPr>
            <a:t>/</a:t>
          </a:r>
          <a:r>
            <a:rPr lang="en-US" sz="900" b="0" i="0" u="none" kern="1200" dirty="0" err="1">
              <a:latin typeface="Helvetica" pitchFamily="2" charset="0"/>
            </a:rPr>
            <a:t>de_utils.py</a:t>
          </a:r>
          <a:endParaRPr lang="en-US" sz="900" b="0" i="0" u="none" kern="1200" dirty="0">
            <a:latin typeface="Helvetica" pitchFamily="2" charset="0"/>
          </a:endParaRPr>
        </a:p>
      </dsp:txBody>
      <dsp:txXfrm>
        <a:off x="1609819" y="1629361"/>
        <a:ext cx="1398571" cy="2522883"/>
      </dsp:txXfrm>
    </dsp:sp>
    <dsp:sp modelId="{6555432B-9DF8-724F-8E30-71C0601F40F0}">
      <dsp:nvSpPr>
        <dsp:cNvPr id="0" name=""/>
        <dsp:cNvSpPr/>
      </dsp:nvSpPr>
      <dsp:spPr>
        <a:xfrm>
          <a:off x="3204190" y="1200629"/>
          <a:ext cx="1398571" cy="428732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4008" tIns="36576" rIns="64008" bIns="36576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i="0" u="none" kern="1200" dirty="0">
              <a:latin typeface="Helvetica" pitchFamily="2" charset="0"/>
            </a:rPr>
            <a:t>Gene-level outputs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b="0" i="0" u="none" kern="1200" dirty="0">
            <a:latin typeface="Helvetica" pitchFamily="2" charset="0"/>
          </a:endParaRPr>
        </a:p>
      </dsp:txBody>
      <dsp:txXfrm>
        <a:off x="3204190" y="1200629"/>
        <a:ext cx="1398571" cy="428732"/>
      </dsp:txXfrm>
    </dsp:sp>
    <dsp:sp modelId="{74E1EE4E-5633-F746-8414-2E58AD18F8F7}">
      <dsp:nvSpPr>
        <dsp:cNvPr id="0" name=""/>
        <dsp:cNvSpPr/>
      </dsp:nvSpPr>
      <dsp:spPr>
        <a:xfrm>
          <a:off x="3204190" y="1629361"/>
          <a:ext cx="1398571" cy="2522883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48006" tIns="48006" rIns="64008" bIns="72009" numCol="1" spcCol="1270" anchor="t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en-US" sz="900" b="0" i="1" u="none" kern="1200" dirty="0">
              <a:latin typeface="Helvetica" pitchFamily="2" charset="0"/>
            </a:rPr>
            <a:t>Differential expression tables</a:t>
          </a:r>
          <a:endParaRPr lang="en-US" sz="900" i="1" kern="1200" dirty="0">
            <a:latin typeface="Helvetica" pitchFamily="2" charset="0"/>
          </a:endParaRP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endParaRPr lang="en-US" sz="900" i="1" kern="1200" dirty="0">
            <a:latin typeface="Helvetica" pitchFamily="2" charset="0"/>
          </a:endParaRP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900" b="0" i="0" u="none" kern="1200" dirty="0">
              <a:latin typeface="Helvetica" pitchFamily="2" charset="0"/>
            </a:rPr>
            <a:t>log2FC</a:t>
          </a:r>
          <a:endParaRPr lang="en-US" sz="900" kern="1200" dirty="0">
            <a:latin typeface="Helvetica" pitchFamily="2" charset="0"/>
          </a:endParaRP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900" b="0" i="0" u="none" kern="1200" dirty="0">
              <a:latin typeface="Helvetica" pitchFamily="2" charset="0"/>
            </a:rPr>
            <a:t>FDR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900" b="0" i="0" u="none" kern="1200" dirty="0">
              <a:latin typeface="Helvetica" pitchFamily="2" charset="0"/>
            </a:rPr>
            <a:t>gene symbols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endParaRPr lang="en-US" sz="900" b="0" i="0" u="none" kern="1200" dirty="0">
            <a:latin typeface="Helvetica" pitchFamily="2" charset="0"/>
          </a:endParaRP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900" b="0" i="0" u="none" kern="1200" dirty="0">
              <a:latin typeface="Helvetica" pitchFamily="2" charset="0"/>
            </a:rPr>
            <a:t>Saved as: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900" b="0" i="0" u="none" kern="1200" dirty="0">
              <a:latin typeface="Helvetica" pitchFamily="2" charset="0"/>
            </a:rPr>
            <a:t>results/de/</a:t>
          </a:r>
          <a:r>
            <a:rPr lang="en-US" sz="900" b="0" i="0" u="none" kern="1200" dirty="0" err="1">
              <a:latin typeface="Helvetica" pitchFamily="2" charset="0"/>
            </a:rPr>
            <a:t>de_late_vs</a:t>
          </a:r>
          <a:r>
            <a:rPr lang="en-US" sz="900" b="0" i="0" u="none" kern="1200" dirty="0">
              <a:latin typeface="Helvetica" pitchFamily="2" charset="0"/>
            </a:rPr>
            <a:t>_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900" b="0" i="0" u="none" kern="1200" dirty="0" err="1">
              <a:latin typeface="Helvetica" pitchFamily="2" charset="0"/>
            </a:rPr>
            <a:t>early.csv</a:t>
          </a:r>
          <a:endParaRPr lang="en-US" sz="900" b="0" i="0" u="none" kern="1200" dirty="0">
            <a:latin typeface="Helvetica" pitchFamily="2" charset="0"/>
          </a:endParaRP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900" b="0" i="0" u="none" kern="1200" dirty="0">
              <a:latin typeface="Helvetica" pitchFamily="2" charset="0"/>
            </a:rPr>
            <a:t>results/de/de_rhog_vs_safe_0h.csv</a:t>
          </a:r>
        </a:p>
        <a:p>
          <a:pPr marL="285750" lvl="1" indent="-285750" algn="l" defTabSz="1600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3600" kern="1200" dirty="0"/>
        </a:p>
      </dsp:txBody>
      <dsp:txXfrm>
        <a:off x="3204190" y="1629361"/>
        <a:ext cx="1398571" cy="2522883"/>
      </dsp:txXfrm>
    </dsp:sp>
    <dsp:sp modelId="{763EEBA5-2A97-7545-B388-BB57D917C4C6}">
      <dsp:nvSpPr>
        <dsp:cNvPr id="0" name=""/>
        <dsp:cNvSpPr/>
      </dsp:nvSpPr>
      <dsp:spPr>
        <a:xfrm>
          <a:off x="4798561" y="1200629"/>
          <a:ext cx="1398571" cy="428732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4008" tIns="36576" rIns="64008" bIns="36576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i="0" u="none" kern="1200" dirty="0">
              <a:latin typeface="Helvetica" pitchFamily="2" charset="0"/>
            </a:rPr>
            <a:t>Volcano plots</a:t>
          </a:r>
        </a:p>
      </dsp:txBody>
      <dsp:txXfrm>
        <a:off x="4798561" y="1200629"/>
        <a:ext cx="1398571" cy="428732"/>
      </dsp:txXfrm>
    </dsp:sp>
    <dsp:sp modelId="{2CA682A4-E48E-8D4E-90D8-411450594F85}">
      <dsp:nvSpPr>
        <dsp:cNvPr id="0" name=""/>
        <dsp:cNvSpPr/>
      </dsp:nvSpPr>
      <dsp:spPr>
        <a:xfrm>
          <a:off x="4798561" y="1629361"/>
          <a:ext cx="1398571" cy="2522883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48006" tIns="48006" rIns="64008" bIns="72009" numCol="1" spcCol="1270" anchor="t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en-US" sz="900" b="0" i="1" u="none" kern="1200" dirty="0">
              <a:latin typeface="Helvetica" pitchFamily="2" charset="0"/>
            </a:rPr>
            <a:t>Gene-level effect size vs significance</a:t>
          </a:r>
          <a:endParaRPr lang="en-US" sz="900" i="1" kern="1200" dirty="0">
            <a:latin typeface="Helvetica" pitchFamily="2" charset="0"/>
          </a:endParaRP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endParaRPr lang="en-US" sz="900" i="1" kern="1200" dirty="0">
            <a:latin typeface="Helvetica" pitchFamily="2" charset="0"/>
          </a:endParaRP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900" kern="1200" dirty="0">
              <a:latin typeface="Helvetica" pitchFamily="2" charset="0"/>
            </a:rPr>
            <a:t>highlights strongest 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900" kern="1200" dirty="0">
              <a:latin typeface="Helvetica" pitchFamily="2" charset="0"/>
            </a:rPr>
            <a:t>differentially expressed genes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endParaRPr lang="en-US" sz="900" kern="1200" dirty="0">
            <a:latin typeface="Helvetica" pitchFamily="2" charset="0"/>
          </a:endParaRP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900" kern="1200" dirty="0">
              <a:latin typeface="Helvetica" pitchFamily="2" charset="0"/>
            </a:rPr>
            <a:t>thresholds: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Courier New" panose="02070309020205020404" pitchFamily="49" charset="0"/>
            <a:buChar char="o"/>
          </a:pPr>
          <a:r>
            <a:rPr lang="en-US" sz="900" kern="1200" dirty="0">
              <a:latin typeface="Helvetica" pitchFamily="2" charset="0"/>
            </a:rPr>
            <a:t>|log2FC| ≥ 0.5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Courier New" panose="02070309020205020404" pitchFamily="49" charset="0"/>
            <a:buChar char="o"/>
          </a:pPr>
          <a:r>
            <a:rPr lang="en-US" sz="900" kern="1200" dirty="0">
              <a:latin typeface="Helvetica" pitchFamily="2" charset="0"/>
            </a:rPr>
            <a:t>FDR ≤ 0.2</a:t>
          </a:r>
        </a:p>
      </dsp:txBody>
      <dsp:txXfrm>
        <a:off x="4798561" y="1629361"/>
        <a:ext cx="1398571" cy="2522883"/>
      </dsp:txXfrm>
    </dsp:sp>
    <dsp:sp modelId="{B1F44652-1785-2342-919B-E792338E35F3}">
      <dsp:nvSpPr>
        <dsp:cNvPr id="0" name=""/>
        <dsp:cNvSpPr/>
      </dsp:nvSpPr>
      <dsp:spPr>
        <a:xfrm>
          <a:off x="6392932" y="1200629"/>
          <a:ext cx="1398571" cy="428732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4008" tIns="36576" rIns="64008" bIns="36576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i="0" u="none" kern="1200" dirty="0">
              <a:latin typeface="Helvetica" pitchFamily="2" charset="0"/>
            </a:rPr>
            <a:t>Gene set construction</a:t>
          </a:r>
          <a:endParaRPr lang="en-US" sz="900" b="0" kern="1200" dirty="0">
            <a:latin typeface="Helvetica" pitchFamily="2" charset="0"/>
          </a:endParaRPr>
        </a:p>
      </dsp:txBody>
      <dsp:txXfrm>
        <a:off x="6392932" y="1200629"/>
        <a:ext cx="1398571" cy="428732"/>
      </dsp:txXfrm>
    </dsp:sp>
    <dsp:sp modelId="{CE5F70C5-46D1-F941-BA20-6505D8125C99}">
      <dsp:nvSpPr>
        <dsp:cNvPr id="0" name=""/>
        <dsp:cNvSpPr/>
      </dsp:nvSpPr>
      <dsp:spPr>
        <a:xfrm>
          <a:off x="6392932" y="1629361"/>
          <a:ext cx="1398571" cy="2522883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48006" tIns="48006" rIns="64008" bIns="72009" numCol="1" spcCol="1270" anchor="t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en-US" sz="900" b="0" i="1" u="none" kern="1200" dirty="0">
              <a:latin typeface="Helvetica" pitchFamily="2" charset="0"/>
            </a:rPr>
            <a:t>Direction-aware gene sets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endParaRPr lang="en-US" sz="900" b="0" i="1" u="none" kern="1200" dirty="0">
            <a:latin typeface="Helvetica" pitchFamily="2" charset="0"/>
          </a:endParaRP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900" b="0" i="0" u="none" kern="1200" dirty="0">
              <a:latin typeface="Helvetica" pitchFamily="2" charset="0"/>
            </a:rPr>
            <a:t>Upregulated genes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900" b="0" i="0" u="none" kern="1200">
              <a:latin typeface="Helvetica" pitchFamily="2" charset="0"/>
            </a:rPr>
            <a:t>Downregulated genes</a:t>
          </a:r>
          <a:endParaRPr lang="en-US" sz="900" b="0" i="0" u="none" kern="1200" dirty="0">
            <a:latin typeface="Helvetica" pitchFamily="2" charset="0"/>
          </a:endParaRP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900" b="0" i="0" u="none" kern="1200" dirty="0">
              <a:latin typeface="Helvetica" pitchFamily="2" charset="0"/>
            </a:rPr>
            <a:t>Ranked gene lists (log2FC)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endParaRPr lang="en-US" sz="900" b="0" i="0" u="none" kern="1200" dirty="0">
            <a:latin typeface="Helvetica" pitchFamily="2" charset="0"/>
          </a:endParaRP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900" b="0" i="0" u="none" kern="1200" dirty="0">
              <a:latin typeface="Helvetica" pitchFamily="2" charset="0"/>
            </a:rPr>
            <a:t>Used for enrichment analysis</a:t>
          </a:r>
        </a:p>
      </dsp:txBody>
      <dsp:txXfrm>
        <a:off x="6392932" y="1629361"/>
        <a:ext cx="1398571" cy="2522883"/>
      </dsp:txXfrm>
    </dsp:sp>
    <dsp:sp modelId="{BB209C84-3A08-FB4C-A922-B95B7FDD58EF}">
      <dsp:nvSpPr>
        <dsp:cNvPr id="0" name=""/>
        <dsp:cNvSpPr/>
      </dsp:nvSpPr>
      <dsp:spPr>
        <a:xfrm>
          <a:off x="7987219" y="1212204"/>
          <a:ext cx="1398571" cy="428732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4008" tIns="36576" rIns="64008" bIns="36576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i="0" u="none" kern="1200" dirty="0">
              <a:latin typeface="Helvetica" pitchFamily="2" charset="0"/>
            </a:rPr>
            <a:t>Pathway enrichment</a:t>
          </a:r>
        </a:p>
      </dsp:txBody>
      <dsp:txXfrm>
        <a:off x="7987219" y="1212204"/>
        <a:ext cx="1398571" cy="428732"/>
      </dsp:txXfrm>
    </dsp:sp>
    <dsp:sp modelId="{2393E5E2-B7D6-5649-940D-13F8B1FB5DDE}">
      <dsp:nvSpPr>
        <dsp:cNvPr id="0" name=""/>
        <dsp:cNvSpPr/>
      </dsp:nvSpPr>
      <dsp:spPr>
        <a:xfrm>
          <a:off x="7987303" y="1629361"/>
          <a:ext cx="1398571" cy="2522883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48006" tIns="48006" rIns="64008" bIns="72009" numCol="1" spcCol="1270" anchor="t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en-US" sz="900" b="1" i="1" u="none" kern="1200" dirty="0">
              <a:latin typeface="Helvetica" pitchFamily="2" charset="0"/>
            </a:rPr>
            <a:t> </a:t>
          </a:r>
          <a:r>
            <a:rPr lang="en-US" sz="900" b="0" i="1" u="none" kern="1200" dirty="0">
              <a:latin typeface="Helvetica" pitchFamily="2" charset="0"/>
            </a:rPr>
            <a:t>Hallmark pathway enrichment </a:t>
          </a:r>
          <a:r>
            <a:rPr lang="en-US" sz="900" b="1" i="1" u="none" kern="1200" dirty="0">
              <a:latin typeface="Helvetica" pitchFamily="2" charset="0"/>
            </a:rPr>
            <a:t>(</a:t>
          </a:r>
          <a:r>
            <a:rPr lang="en-US" sz="900" b="1" i="1" u="none" kern="1200" dirty="0" err="1">
              <a:latin typeface="Helvetica" pitchFamily="2" charset="0"/>
            </a:rPr>
            <a:t>MSigDB</a:t>
          </a:r>
          <a:r>
            <a:rPr lang="en-US" sz="900" b="1" i="1" u="none" kern="1200" dirty="0">
              <a:latin typeface="Helvetica" pitchFamily="2" charset="0"/>
            </a:rPr>
            <a:t>)</a:t>
          </a:r>
          <a:endParaRPr lang="en-US" sz="900" b="0" i="1" u="none" kern="1200" dirty="0">
            <a:latin typeface="Helvetica" pitchFamily="2" charset="0"/>
          </a:endParaRP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endParaRPr lang="en-US" sz="900" b="0" i="1" u="none" kern="1200" dirty="0">
            <a:latin typeface="Helvetica" pitchFamily="2" charset="0"/>
          </a:endParaRP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900" b="0" i="0" u="none" kern="1200" dirty="0" err="1">
              <a:latin typeface="Helvetica" pitchFamily="2" charset="0"/>
            </a:rPr>
            <a:t>Enrichr</a:t>
          </a:r>
          <a:r>
            <a:rPr lang="en-US" sz="900" b="0" i="0" u="none" kern="1200" dirty="0">
              <a:latin typeface="Helvetica" pitchFamily="2" charset="0"/>
            </a:rPr>
            <a:t> / GSEA-style analysis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900" b="0" i="0" u="none" kern="1200" dirty="0">
              <a:latin typeface="Helvetica" pitchFamily="2" charset="0"/>
            </a:rPr>
            <a:t>Applied to:</a:t>
          </a:r>
        </a:p>
        <a:p>
          <a:pPr marL="114300" lvl="2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Courier New" panose="02070309020205020404" pitchFamily="49" charset="0"/>
            <a:buChar char="o"/>
          </a:pPr>
          <a:r>
            <a:rPr lang="en-US" sz="900" b="0" i="0" u="none" kern="1200" dirty="0">
              <a:latin typeface="Helvetica" pitchFamily="2" charset="0"/>
            </a:rPr>
            <a:t>Late vs Early (up / down)</a:t>
          </a:r>
        </a:p>
        <a:p>
          <a:pPr marL="114300" lvl="2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Courier New" panose="02070309020205020404" pitchFamily="49" charset="0"/>
            <a:buChar char="o"/>
          </a:pPr>
          <a:r>
            <a:rPr lang="en-US" sz="900" b="0" i="0" u="none" kern="1200" dirty="0">
              <a:latin typeface="Helvetica" pitchFamily="2" charset="0"/>
            </a:rPr>
            <a:t>RHOG contrasts (where relevant)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900" b="0" i="0" u="none" kern="1200" dirty="0">
              <a:latin typeface="Helvetica" pitchFamily="2" charset="0"/>
            </a:rPr>
            <a:t>Focus on: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900" b="0" i="0" u="none" kern="1200" dirty="0">
              <a:latin typeface="Helvetica" pitchFamily="2" charset="0"/>
            </a:rPr>
            <a:t>IL2–STAT5 signaling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900" b="0" i="0" u="none" kern="1200" dirty="0">
              <a:latin typeface="Helvetica" pitchFamily="2" charset="0"/>
            </a:rPr>
            <a:t>Interferon </a:t>
          </a:r>
          <a:r>
            <a:rPr lang="el-GR" sz="900" b="0" i="0" u="none" kern="1200" dirty="0">
              <a:latin typeface="Helvetica" pitchFamily="2" charset="0"/>
            </a:rPr>
            <a:t>α / γ </a:t>
          </a:r>
          <a:r>
            <a:rPr lang="en-US" sz="900" b="0" i="0" u="none" kern="1200" dirty="0">
              <a:latin typeface="Helvetica" pitchFamily="2" charset="0"/>
            </a:rPr>
            <a:t>response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900" b="0" i="0" u="none" kern="1200" dirty="0">
              <a:latin typeface="Helvetica" pitchFamily="2" charset="0"/>
            </a:rPr>
            <a:t>Inflammatory response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900" b="0" i="0" u="none" kern="1200" dirty="0">
              <a:latin typeface="Helvetica" pitchFamily="2" charset="0"/>
            </a:rPr>
            <a:t>Apoptosis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900" b="0" i="0" u="none" kern="1200" dirty="0">
              <a:latin typeface="Helvetica" pitchFamily="2" charset="0"/>
            </a:rPr>
            <a:t>E2F targets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900" b="0" i="0" u="none" kern="1200" dirty="0" err="1">
              <a:latin typeface="Helvetica" pitchFamily="2" charset="0"/>
            </a:rPr>
            <a:t>OxPhos</a:t>
          </a:r>
          <a:endParaRPr lang="en-US" sz="900" b="0" i="0" u="none" kern="1200" dirty="0">
            <a:latin typeface="Helvetica" pitchFamily="2" charset="0"/>
          </a:endParaRPr>
        </a:p>
      </dsp:txBody>
      <dsp:txXfrm>
        <a:off x="7987303" y="1629361"/>
        <a:ext cx="1398571" cy="2522883"/>
      </dsp:txXfrm>
    </dsp:sp>
    <dsp:sp modelId="{A65C912B-5A8B-F74D-91B5-61A3D50B2E45}">
      <dsp:nvSpPr>
        <dsp:cNvPr id="0" name=""/>
        <dsp:cNvSpPr/>
      </dsp:nvSpPr>
      <dsp:spPr>
        <a:xfrm>
          <a:off x="9581674" y="1200629"/>
          <a:ext cx="1398571" cy="428732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4008" tIns="36576" rIns="64008" bIns="36576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i="0" u="none" kern="1200" dirty="0">
              <a:latin typeface="Helvetica" pitchFamily="2" charset="0"/>
            </a:rPr>
            <a:t>Pathway-level outputs</a:t>
          </a:r>
          <a:endParaRPr lang="en-US" sz="900" b="0" kern="1200" dirty="0">
            <a:latin typeface="Helvetica" pitchFamily="2" charset="0"/>
          </a:endParaRPr>
        </a:p>
      </dsp:txBody>
      <dsp:txXfrm>
        <a:off x="9581674" y="1200629"/>
        <a:ext cx="1398571" cy="428732"/>
      </dsp:txXfrm>
    </dsp:sp>
    <dsp:sp modelId="{1A71BF6A-449B-F446-83EE-5DE84234424B}">
      <dsp:nvSpPr>
        <dsp:cNvPr id="0" name=""/>
        <dsp:cNvSpPr/>
      </dsp:nvSpPr>
      <dsp:spPr>
        <a:xfrm>
          <a:off x="9581674" y="1629361"/>
          <a:ext cx="1398571" cy="2522883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48006" tIns="48006" rIns="64008" bIns="72009" numCol="1" spcCol="1270" anchor="t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en-US" sz="900" b="0" i="1" u="none" kern="1200" dirty="0">
              <a:latin typeface="Helvetica" pitchFamily="2" charset="0"/>
            </a:rPr>
            <a:t>Program-level interpretation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endParaRPr lang="en-US" sz="900" b="0" i="1" u="none" kern="1200" dirty="0">
            <a:latin typeface="Helvetica" pitchFamily="2" charset="0"/>
          </a:endParaRP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900" b="0" i="0" u="none" kern="1200" dirty="0">
              <a:latin typeface="Helvetica" pitchFamily="2" charset="0"/>
            </a:rPr>
            <a:t>enrichment tables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900" b="0" i="0" u="none" kern="1200" dirty="0">
              <a:latin typeface="Helvetica" pitchFamily="2" charset="0"/>
            </a:rPr>
            <a:t>bar plots of −log10(FDR)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900" b="0" i="0" u="none" kern="1200" dirty="0">
              <a:latin typeface="Helvetica" pitchFamily="2" charset="0"/>
            </a:rPr>
            <a:t>pathway–PC correlations (from Panel B)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endParaRPr lang="en-US" sz="900" b="0" i="0" u="none" kern="1200" dirty="0">
            <a:latin typeface="Helvetica" pitchFamily="2" charset="0"/>
          </a:endParaRP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900" b="0" i="0" u="none" kern="1200" dirty="0">
              <a:latin typeface="Helvetica" pitchFamily="2" charset="0"/>
            </a:rPr>
            <a:t>Saved to: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900" b="0" i="0" u="none" kern="1200" dirty="0">
              <a:latin typeface="Helvetica" pitchFamily="2" charset="0"/>
            </a:rPr>
            <a:t>results/pathways/</a:t>
          </a:r>
        </a:p>
        <a:p>
          <a:pPr marL="114300" lvl="2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Courier New" panose="02070309020205020404" pitchFamily="49" charset="0"/>
            <a:buChar char="o"/>
          </a:pPr>
          <a:r>
            <a:rPr lang="en-US" sz="900" b="0" i="0" u="none" kern="1200" dirty="0">
              <a:latin typeface="Helvetica" pitchFamily="2" charset="0"/>
            </a:rPr>
            <a:t>enrichment tables</a:t>
          </a:r>
        </a:p>
        <a:p>
          <a:pPr marL="114300" lvl="2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Courier New" panose="02070309020205020404" pitchFamily="49" charset="0"/>
            <a:buChar char="o"/>
          </a:pPr>
          <a:r>
            <a:rPr lang="en-US" sz="900" b="0" i="0" u="none" kern="1200" dirty="0" err="1">
              <a:latin typeface="Helvetica" pitchFamily="2" charset="0"/>
            </a:rPr>
            <a:t>barplots</a:t>
          </a:r>
          <a:endParaRPr lang="en-US" sz="900" b="0" i="0" u="none" kern="1200" dirty="0">
            <a:latin typeface="Helvetica" pitchFamily="2" charset="0"/>
          </a:endParaRPr>
        </a:p>
        <a:p>
          <a:pPr marL="114300" lvl="2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Courier New" panose="02070309020205020404" pitchFamily="49" charset="0"/>
            <a:buChar char="o"/>
          </a:pPr>
          <a:r>
            <a:rPr lang="en-US" sz="900" b="0" i="0" u="none" kern="1200" dirty="0">
              <a:latin typeface="Helvetica" pitchFamily="2" charset="0"/>
            </a:rPr>
            <a:t>PC correlation heatmaps</a:t>
          </a:r>
        </a:p>
        <a:p>
          <a:pPr marL="285750" lvl="1" indent="-285750" algn="l" defTabSz="1600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3600" kern="1200" dirty="0"/>
        </a:p>
      </dsp:txBody>
      <dsp:txXfrm>
        <a:off x="9581674" y="1629361"/>
        <a:ext cx="1398571" cy="252288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7">
  <dgm:title val=""/>
  <dgm:desc val=""/>
  <dgm:catLst>
    <dgm:cat type="process" pri="21000"/>
    <dgm:cat type="list" pri="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ch" forName="hSp" refType="w" refFor="ch" refForName="compositeNode" fact="-0.035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-0.08"/>
      <dgm:constr type="primFontSz" for="des" forName="parentNode" op="equ"/>
      <dgm:constr type="primFontSz" for="des" forName="childNode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hoose name="Name5">
          <dgm:if name="Name6" func="var" arg="dir" op="equ" val="norm">
            <dgm:constrLst>
              <dgm:constr type="h" refType="w" op="lte" fact="1.2"/>
              <dgm:constr type="w" for="ch" forName="bgRect" refType="w"/>
              <dgm:constr type="h" for="ch" forName="bgRect" refType="h"/>
              <dgm:constr type="t" for="ch" forName="bgRect"/>
              <dgm:constr type="l" for="ch" forName="bgRect"/>
              <dgm:constr type="w" for="ch" forName="parentNode" refType="w" refFor="ch" refForName="bgRect" fact="0.2"/>
              <dgm:constr type="h" for="ch" forName="parentNode" refType="h" fact="0.82"/>
              <dgm:constr type="t" for="ch" forName="parentNode"/>
              <dgm:constr type="l" for="ch" forName="parentNode"/>
              <dgm:constr type="r" for="ch" forName="childNode" refType="r" refFor="ch" refForName="bgRect" fact="0.945"/>
              <dgm:constr type="h" for="ch" forName="childNode" refType="h" refFor="ch" refForName="bgRect" op="equ"/>
              <dgm:constr type="t" for="ch" forName="childNode"/>
              <dgm:constr type="l" for="ch" forName="childNode" refType="r" refFor="ch" refForName="parentNode"/>
            </dgm:constrLst>
          </dgm:if>
          <dgm:else name="Name7">
            <dgm:constrLst>
              <dgm:constr type="h" refType="w" op="lte" fact="1.2"/>
              <dgm:constr type="w" for="ch" forName="bgRect" refType="w"/>
              <dgm:constr type="h" for="ch" forName="bgRect" refType="h"/>
              <dgm:constr type="t" for="ch" forName="bgRect"/>
              <dgm:constr type="r" for="ch" forName="bgRect" refType="w"/>
              <dgm:constr type="w" for="ch" forName="parentNode" refType="w" refFor="ch" refForName="bgRect" fact="0.2"/>
              <dgm:constr type="h" for="ch" forName="parentNode" refType="h" fact="0.82"/>
              <dgm:constr type="t" for="ch" forName="parentNode"/>
              <dgm:constr type="r" for="ch" forName="parentNode" refType="w"/>
              <dgm:constr type="h" for="ch" forName="childNode" refType="h" refFor="ch" refForName="bgRect"/>
              <dgm:constr type="t" for="ch" forName="childNode"/>
              <dgm:constr type="r" for="ch" forName="childNode" refType="l" refFor="ch" refForName="parentNode"/>
              <dgm:constr type="l" for="ch" forName="childNode" refType="w" refFor="ch" refForName="bgRect" fact="0.055"/>
            </dgm:constrLst>
          </dgm:else>
        </dgm:choose>
        <dgm:ruleLst>
          <dgm:rule type="w" for="ch" forName="childNode" val="NaN" fact="NaN" max="30"/>
        </dgm:ruleLst>
        <dgm:layoutNode name="bgRect" styleLbl="node1">
          <dgm:alg type="sp"/>
          <dgm:shape xmlns:r="http://schemas.openxmlformats.org/officeDocument/2006/relationships" type="roundRect" r:blip="" zOrderOff="-1">
            <dgm:adjLst>
              <dgm:adj idx="1" val="0.05"/>
            </dgm:adjLst>
          </dgm:shape>
          <dgm:presOf axis="self"/>
          <dgm:constrLst/>
          <dgm:ruleLst/>
        </dgm:layoutNode>
        <dgm:layoutNode name="parentNode" styleLbl="node1">
          <dgm:varLst>
            <dgm:chMax val="0"/>
            <dgm:bulletEnabled val="1"/>
          </dgm:varLst>
          <dgm:presOf axis="self"/>
          <dgm:choose name="Name8">
            <dgm:if name="Name9" func="var" arg="dir" op="equ" val="norm">
              <dgm:alg type="tx">
                <dgm:param type="autoTxRot" val="grav"/>
                <dgm:param type="txAnchorVert" val="t"/>
                <dgm:param type="parTxLTRAlign" val="r"/>
                <dgm:param type="parTxRTLAlign" val="r"/>
              </dgm:alg>
              <dgm:shape xmlns:r="http://schemas.openxmlformats.org/officeDocument/2006/relationships" rot="270" type="rect" r:blip="" hideGeom="1">
                <dgm:adjLst/>
              </dgm:shape>
              <dgm:constrLst>
                <dgm:constr type="primFontSz" val="65"/>
                <dgm:constr type="lMarg"/>
                <dgm:constr type="rMarg" refType="primFontSz" fact="0.35"/>
                <dgm:constr type="tMarg" refType="primFontSz" fact="0.27"/>
                <dgm:constr type="bMarg"/>
              </dgm:constrLst>
            </dgm:if>
            <dgm:else name="Name10">
              <dgm:alg type="tx">
                <dgm:param type="autoTxRot" val="grav"/>
                <dgm:param type="txAnchorVert" val="t"/>
                <dgm:param type="parTxLTRAlign" val="l"/>
                <dgm:param type="parTxRTLAlign" val="l"/>
              </dgm:alg>
              <dgm:shape xmlns:r="http://schemas.openxmlformats.org/officeDocument/2006/relationships" rot="90" type="rect" r:blip="" hideGeom="1">
                <dgm:adjLst/>
              </dgm:shape>
              <dgm:constrLst>
                <dgm:constr type="primFontSz" val="65"/>
                <dgm:constr type="lMarg" refType="primFontSz" fact="0.35"/>
                <dgm:constr type="rMarg"/>
                <dgm:constr type="tMarg" refType="primFontSz" fact="0.27"/>
                <dgm:constr type="bMarg"/>
              </dgm:constrLst>
            </dgm:else>
          </dgm:choose>
          <dgm:ruleLst>
            <dgm:rule type="primFontSz" val="5" fact="NaN" max="NaN"/>
          </dgm:ruleLst>
        </dgm:layoutNode>
        <dgm:choose name="Name11">
          <dgm:if name="Name12" axis="ch" ptType="node" func="cnt" op="gte" val="1">
            <dgm:layoutNode name="childNode" styleLbl="node1" moveWith="bgRect">
              <dgm:varLst>
                <dgm:bulletEnabled val="1"/>
              </dgm:varLst>
              <dgm:alg type="tx">
                <dgm:param type="parTxLTRAlign" val="l"/>
                <dgm:param type="parTxRTLAlign" val="r"/>
                <dgm:param type="txAnchorVert" val="t"/>
              </dgm:alg>
              <dgm:shape xmlns:r="http://schemas.openxmlformats.org/officeDocument/2006/relationships" type="rect" r:blip="" hideGeom="1">
                <dgm:adjLst/>
              </dgm:shape>
              <dgm:presOf axis="des" ptType="node"/>
              <dgm:constrLst>
                <dgm:constr type="primFontSz" val="65"/>
                <dgm:constr type="lMarg"/>
                <dgm:constr type="bMarg"/>
                <dgm:constr type="tMarg" refType="primFontSz" fact="0.27"/>
                <dgm:constr type="rMarg"/>
              </dgm:constrLst>
              <dgm:ruleLst>
                <dgm:rule type="prim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h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vProcSp" moveWith="bgRec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vSp1" refType="w"/>
            <dgm:constr type="w" for="ch" forName="simulatedConn" refType="w"/>
            <dgm:constr type="w" for="ch" forName="vSp2" refType="w"/>
          </dgm:constrLst>
          <dgm:ruleLst/>
          <dgm:layoutNode name="vSp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simulatedConn" styleLbl="solidFgAcc1">
            <dgm:alg type="sp"/>
            <dgm:choose name="Name15">
              <dgm:if name="Name16" func="var" arg="dir" op="equ" val="norm">
                <dgm:shape xmlns:r="http://schemas.openxmlformats.org/officeDocument/2006/relationships" rot="90" type="flowChartExtract" r:blip="">
                  <dgm:adjLst/>
                </dgm:shape>
              </dgm:if>
              <dgm:else name="Name17">
                <dgm:shape xmlns:r="http://schemas.openxmlformats.org/officeDocument/2006/relationships" rot="-90" type="flowChartExtract" r:blip="">
                  <dgm:adjLst/>
                </dgm:shape>
              </dgm:else>
            </dgm:choose>
            <dgm:presOf/>
            <dgm:constrLst/>
            <dgm:ruleLst/>
          </dgm:layoutNode>
          <dgm:layoutNode name="vSp2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4B1B13-748A-F541-9268-9AEDB03B338F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864D92-D647-B642-8726-B08C0D814D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648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864D92-D647-B642-8726-B08C0D814D6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1386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864D92-D647-B642-8726-B08C0D814D6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6456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864D92-D647-B642-8726-B08C0D814D6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8322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864D92-D647-B642-8726-B08C0D814D6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9272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3D546-170E-086A-B088-63EDF6B0F1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0B1EAE-6638-4D39-0894-87F0A41265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DCBE22-B540-EC18-16CB-CBE34FB58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66395-EB46-4B40-BBC8-664D9551475E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8DA1F1-2F11-CE33-B434-8AA48C09A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1C1690-51C9-E890-FE8D-75A5119BD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A5DE1-107A-1F44-A442-336CE3C3D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7333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A79F7-750E-0D1C-4B2F-1CEE11452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95026-D411-3C0E-A81A-9F1510723F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D4799B-E6DB-6F45-9053-D84BFFEBB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66395-EB46-4B40-BBC8-664D9551475E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8E0CDB-3E01-21D8-7CB8-4877002CF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6ADE28-EE9C-343B-8DB5-F55C3414E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A5DE1-107A-1F44-A442-336CE3C3D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4540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EAF09-F6A5-C71E-0EA6-756819C18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029121-13CF-D296-B8EE-29FC994FD7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D202A6-3EC3-8792-094E-9811D0D63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66395-EB46-4B40-BBC8-664D9551475E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C3E604-FB78-4BD1-09E3-24CAD9019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009619-FEB2-119D-A381-AC5C3EC72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A5DE1-107A-1F44-A442-336CE3C3D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1944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8A6DD-C0AF-0267-DF91-924863D10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D920E2-E874-D8B2-5023-4F3F98B396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E15854-206F-3C52-A9F1-F299720391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FC97A8-2F66-4635-871B-F583E65FE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66395-EB46-4B40-BBC8-664D9551475E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E2B6FF-59F6-8DE4-3D44-4A71D2B98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FC28F0-E6B1-45E2-C089-62BE152D3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A5DE1-107A-1F44-A442-336CE3C3D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6503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001FA-6E8C-68E5-1A64-BD89686B5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7A1773-B37C-F3A3-388E-DBC3F51AB3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85C57F-CE19-7369-8BA1-0DA3C822D3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3B00AC-087A-0B31-D3FA-115A47B954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934BF2-91A6-AE30-20EA-11AD323687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71C04E-0672-DF9F-A277-85D82E50C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66395-EB46-4B40-BBC8-664D9551475E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B5C3D2-7BC0-56CF-C393-DD3610DF3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9F963A-3B21-75B3-A513-0522FED1C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A5DE1-107A-1F44-A442-336CE3C3D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547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716B7-6BF6-6567-103A-B0A1DF32F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F04595-8725-E131-BE75-A233C99F6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66395-EB46-4B40-BBC8-664D9551475E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7FA099-A61D-A805-A3F2-6743D522F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3B4A7D-F3FF-0829-346A-E9F2A6F49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A5DE1-107A-1F44-A442-336CE3C3D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8254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B38D56-C477-DDD5-128A-A5FE0B349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66395-EB46-4B40-BBC8-664D9551475E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5E8BD7-C991-D155-A73B-FEC2BF88B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4D70A8-74F2-0E3C-7ECF-400904D22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A5DE1-107A-1F44-A442-336CE3C3D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526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05D70-8775-0803-7C41-6B696DB80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86DAFC-3A43-3DDB-1663-D323460868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A4891B-B138-B38A-CEFD-E550A6C151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950717-51E8-9455-BB63-05C9FE90F1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66395-EB46-4B40-BBC8-664D9551475E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DEBB32-9A8F-1BE6-51DA-0114814F3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A61123-8AD4-A9EC-8228-CF1ABF278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A5DE1-107A-1F44-A442-336CE3C3D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0282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D643E-492C-F88B-17CF-26C3A6E81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4007D11-8EE0-822E-A7C7-4782C62B71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B5CBDE-91F4-8AE7-5E3D-6EF088568E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D3E31A-64F5-7D21-C0AD-7AF4738EC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66395-EB46-4B40-BBC8-664D9551475E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393C3C-C70B-4B32-E01C-7CA84B9DD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E20C8E-E27F-7A9E-29D3-0E90B5DBD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A5DE1-107A-1F44-A442-336CE3C3D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9933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EB6EF-E849-E5C7-F3D1-48DFD0E61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9515D5-24BD-7C07-D352-AB39D722DC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5B6A1-9522-CBC8-3C84-ACCAA773E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66395-EB46-4B40-BBC8-664D9551475E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AA922-5DB2-E2B5-4C12-D75E64480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E02CFB-5DBC-B787-66DB-408055322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A5DE1-107A-1F44-A442-336CE3C3D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2000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9764B3-D658-CF90-1C96-E30C385DF3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22B834-B404-3DAD-8EA2-398FDB7CB8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AC360F-F073-CD31-111C-46001929B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66395-EB46-4B40-BBC8-664D9551475E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7E29B0-AD77-3BCC-2D2B-D201ED223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A5C074-5A8D-0BFF-F027-4AA55EEFE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A5DE1-107A-1F44-A442-336CE3C3D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974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9892BC-03CD-C116-AECB-ADB98A61E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52BA78-E133-F9AF-EA47-0C928CD9CD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5BBEB0-D2BB-530F-E640-17ACE8058D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E66395-EB46-4B40-BBC8-664D9551475E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FBE973-319B-1D4C-95A8-19FC6B5D2D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0968DE-64A2-7623-DB7C-D6FBD5FD98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4A5DE1-107A-1F44-A442-336CE3C3D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52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Relationship Id="rId9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5D3B7-9B07-224C-D561-26987CE88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20C99-E35B-5332-E972-62E53AD8A1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Figure 1 = Panels A–C</a:t>
            </a:r>
            <a:endParaRPr lang="en-US" dirty="0"/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3845A08-A7DA-96F6-C634-53996E0EFF19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858294"/>
          <a:ext cx="10515600" cy="228600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200163599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17189815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4854837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Panel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Content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Source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83539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Data acquisition &amp; preprocessing schematic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Manual (PowerPoint)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85916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PCA + UMAP workflow + biological axis interpretation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Manual (PowerPoint)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89419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Differential expression → pathway abstraction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Manual (PowerPoint)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60678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17063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E2619-8D6F-6214-D5EF-655E752B07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F6416CC3-C09F-109E-C3D0-75373E9C6E8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68938864"/>
              </p:ext>
            </p:extLst>
          </p:nvPr>
        </p:nvGraphicFramePr>
        <p:xfrm>
          <a:off x="1651441" y="452966"/>
          <a:ext cx="8380896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Down Arrow 7">
            <a:extLst>
              <a:ext uri="{FF2B5EF4-FFF2-40B4-BE49-F238E27FC236}">
                <a16:creationId xmlns:a16="http://schemas.microsoft.com/office/drawing/2014/main" id="{89449562-3B30-0026-A8C1-DBCE836BF935}"/>
              </a:ext>
            </a:extLst>
          </p:cNvPr>
          <p:cNvSpPr/>
          <p:nvPr/>
        </p:nvSpPr>
        <p:spPr>
          <a:xfrm>
            <a:off x="5936886" y="2063194"/>
            <a:ext cx="54852" cy="18288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Down Arrow 9">
            <a:extLst>
              <a:ext uri="{FF2B5EF4-FFF2-40B4-BE49-F238E27FC236}">
                <a16:creationId xmlns:a16="http://schemas.microsoft.com/office/drawing/2014/main" id="{6CFA1B7E-E3DC-7F3A-D3BF-9A266086D332}"/>
              </a:ext>
            </a:extLst>
          </p:cNvPr>
          <p:cNvSpPr/>
          <p:nvPr/>
        </p:nvSpPr>
        <p:spPr>
          <a:xfrm>
            <a:off x="5959746" y="3306852"/>
            <a:ext cx="54852" cy="18288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59A8968-4EFC-E08D-58AD-B6793B7C3BB5}"/>
              </a:ext>
            </a:extLst>
          </p:cNvPr>
          <p:cNvSpPr txBox="1"/>
          <p:nvPr/>
        </p:nvSpPr>
        <p:spPr>
          <a:xfrm>
            <a:off x="1651441" y="414137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>
                <a:latin typeface="Helvetica" pitchFamily="2" charset="0"/>
              </a:rPr>
              <a:t>A. Data acquisition &amp; preprocessing Schematic</a:t>
            </a:r>
            <a:endParaRPr lang="en-US" sz="1400" dirty="0"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26119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FD50E3D4-F463-C4F5-3FD4-6B4FD58D8E9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36680111"/>
              </p:ext>
            </p:extLst>
          </p:nvPr>
        </p:nvGraphicFramePr>
        <p:xfrm>
          <a:off x="811508" y="464950"/>
          <a:ext cx="9202673" cy="57607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BFBA3585-F3C5-A72D-D0E0-89D696A31BFB}"/>
              </a:ext>
            </a:extLst>
          </p:cNvPr>
          <p:cNvSpPr txBox="1"/>
          <p:nvPr/>
        </p:nvSpPr>
        <p:spPr>
          <a:xfrm>
            <a:off x="2641143" y="1173458"/>
            <a:ext cx="2889504" cy="89255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0000"/>
                </a:solidFill>
                <a:effectLst/>
                <a:latin typeface="Helvetica" pitchFamily="2" charset="0"/>
                <a:cs typeface="Arial" panose="020B0604020202020204" pitchFamily="34" charset="0"/>
              </a:rPr>
              <a:t>Principal Component Analysis (PCA)</a:t>
            </a:r>
          </a:p>
          <a:p>
            <a:r>
              <a:rPr lang="en-US" sz="1200" dirty="0">
                <a:solidFill>
                  <a:srgbClr val="000000"/>
                </a:solidFill>
                <a:effectLst/>
                <a:latin typeface="Helvetica" pitchFamily="2" charset="0"/>
                <a:cs typeface="Arial" panose="020B0604020202020204" pitchFamily="34" charset="0"/>
              </a:rPr>
              <a:t>• samples × genes</a:t>
            </a:r>
          </a:p>
          <a:p>
            <a:r>
              <a:rPr lang="en-US" sz="1200" dirty="0">
                <a:solidFill>
                  <a:srgbClr val="000000"/>
                </a:solidFill>
                <a:effectLst/>
                <a:latin typeface="Helvetica" pitchFamily="2" charset="0"/>
                <a:cs typeface="Arial" panose="020B0604020202020204" pitchFamily="34" charset="0"/>
              </a:rPr>
              <a:t>• variance decomposition</a:t>
            </a:r>
          </a:p>
          <a:p>
            <a:pPr marL="0" indent="0" algn="l" rtl="0" eaLnBrk="1" latinLnBrk="0" hangingPunct="1">
              <a:buNone/>
            </a:pPr>
            <a:endParaRPr lang="en-US" sz="800" dirty="0">
              <a:solidFill>
                <a:srgbClr val="000000"/>
              </a:solidFill>
              <a:latin typeface="Helvetica" pitchFamily="2" charset="0"/>
              <a:cs typeface="Courier New" panose="02070309020205020404" pitchFamily="49" charset="0"/>
            </a:endParaRPr>
          </a:p>
          <a:p>
            <a:r>
              <a:rPr lang="en-US" sz="800" dirty="0" err="1">
                <a:latin typeface="Helvetica" pitchFamily="2" charset="0"/>
                <a:cs typeface="Courier New" panose="02070309020205020404" pitchFamily="49" charset="0"/>
              </a:rPr>
              <a:t>analysis_utils</a:t>
            </a:r>
            <a:r>
              <a:rPr lang="en-US" sz="800" dirty="0">
                <a:latin typeface="Helvetica" pitchFamily="2" charset="0"/>
                <a:cs typeface="Courier New" panose="02070309020205020404" pitchFamily="49" charset="0"/>
              </a:rPr>
              <a:t>/</a:t>
            </a:r>
            <a:r>
              <a:rPr lang="en-US" sz="800" dirty="0" err="1">
                <a:latin typeface="Helvetica" pitchFamily="2" charset="0"/>
                <a:cs typeface="Courier New" panose="02070309020205020404" pitchFamily="49" charset="0"/>
              </a:rPr>
              <a:t>pca_utils.py</a:t>
            </a:r>
            <a:endParaRPr lang="en-US" sz="800" dirty="0">
              <a:latin typeface="Helvetica" pitchFamily="2" charset="0"/>
              <a:cs typeface="Courier New" panose="020703090202050204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009F02-68DF-4844-F3E7-A50F6555E776}"/>
              </a:ext>
            </a:extLst>
          </p:cNvPr>
          <p:cNvSpPr txBox="1"/>
          <p:nvPr/>
        </p:nvSpPr>
        <p:spPr>
          <a:xfrm>
            <a:off x="2641143" y="2066010"/>
            <a:ext cx="1443601" cy="10972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Helvetica" pitchFamily="2" charset="0"/>
              </a:rPr>
              <a:t>PC scores</a:t>
            </a:r>
          </a:p>
          <a:p>
            <a:r>
              <a:rPr lang="en-US" sz="1200" dirty="0">
                <a:latin typeface="Helvetica" pitchFamily="2" charset="0"/>
              </a:rPr>
              <a:t>(samples x PCs)</a:t>
            </a:r>
          </a:p>
          <a:p>
            <a:endParaRPr lang="en-US" sz="1200" dirty="0">
              <a:latin typeface="Helvetica" pitchFamily="2" charset="0"/>
            </a:endParaRPr>
          </a:p>
          <a:p>
            <a:r>
              <a:rPr lang="en-US" sz="800" dirty="0" err="1">
                <a:latin typeface="Helvetica" pitchFamily="2" charset="0"/>
                <a:cs typeface="Courier New" panose="02070309020205020404" pitchFamily="49" charset="0"/>
              </a:rPr>
              <a:t>pca_scores.parquet</a:t>
            </a:r>
            <a:endParaRPr lang="en-US" sz="800" dirty="0">
              <a:latin typeface="Helvetica" pitchFamily="2" charset="0"/>
              <a:cs typeface="Courier New" panose="02070309020205020404" pitchFamily="49" charset="0"/>
            </a:endParaRPr>
          </a:p>
          <a:p>
            <a:r>
              <a:rPr lang="en-US" sz="800" dirty="0" err="1">
                <a:latin typeface="Helvetica" pitchFamily="2" charset="0"/>
                <a:cs typeface="Courier New" panose="02070309020205020404" pitchFamily="49" charset="0"/>
              </a:rPr>
              <a:t>pca_loadings.parquet</a:t>
            </a:r>
            <a:endParaRPr lang="en-US" sz="800" dirty="0">
              <a:latin typeface="Helvetica" pitchFamily="2" charset="0"/>
              <a:cs typeface="Courier New" panose="02070309020205020404" pitchFamily="49" charset="0"/>
            </a:endParaRPr>
          </a:p>
          <a:p>
            <a:endParaRPr lang="en-US" sz="1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FABE9E-45BB-6DD1-7968-15B1527F7F41}"/>
              </a:ext>
            </a:extLst>
          </p:cNvPr>
          <p:cNvSpPr txBox="1"/>
          <p:nvPr/>
        </p:nvSpPr>
        <p:spPr>
          <a:xfrm>
            <a:off x="4085208" y="2066010"/>
            <a:ext cx="1443601" cy="10972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Helvetica" pitchFamily="2" charset="0"/>
              </a:rPr>
              <a:t>PC loadings</a:t>
            </a:r>
          </a:p>
          <a:p>
            <a:r>
              <a:rPr lang="en-US" sz="1200" dirty="0">
                <a:latin typeface="Helvetica" pitchFamily="2" charset="0"/>
              </a:rPr>
              <a:t>(genes × PCs)</a:t>
            </a:r>
          </a:p>
          <a:p>
            <a:endParaRPr lang="en-US" sz="1200" dirty="0">
              <a:latin typeface="Helvetica" pitchFamily="2" charset="0"/>
            </a:endParaRPr>
          </a:p>
          <a:p>
            <a:r>
              <a:rPr lang="en-US" sz="800" dirty="0" err="1">
                <a:latin typeface="Helvetica" pitchFamily="2" charset="0"/>
                <a:cs typeface="Courier New" panose="02070309020205020404" pitchFamily="49" charset="0"/>
              </a:rPr>
              <a:t>pca_scores.parquet</a:t>
            </a:r>
            <a:endParaRPr lang="en-US" sz="800" dirty="0">
              <a:latin typeface="Helvetica" pitchFamily="2" charset="0"/>
              <a:cs typeface="Courier New" panose="02070309020205020404" pitchFamily="49" charset="0"/>
            </a:endParaRPr>
          </a:p>
          <a:p>
            <a:r>
              <a:rPr lang="en-US" sz="800" dirty="0" err="1">
                <a:latin typeface="Helvetica" pitchFamily="2" charset="0"/>
                <a:cs typeface="Courier New" panose="02070309020205020404" pitchFamily="49" charset="0"/>
              </a:rPr>
              <a:t>pca_loadings.parquet</a:t>
            </a:r>
            <a:endParaRPr lang="en-US" sz="800" dirty="0">
              <a:latin typeface="Helvetica" pitchFamily="2" charset="0"/>
              <a:cs typeface="Courier New" panose="02070309020205020404" pitchFamily="49" charset="0"/>
            </a:endParaRPr>
          </a:p>
          <a:p>
            <a:endParaRPr lang="en-US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97E0C4-6BCC-963E-1A19-FEDAF6035CC3}"/>
              </a:ext>
            </a:extLst>
          </p:cNvPr>
          <p:cNvSpPr txBox="1"/>
          <p:nvPr/>
        </p:nvSpPr>
        <p:spPr>
          <a:xfrm>
            <a:off x="5531356" y="1173458"/>
            <a:ext cx="2736762" cy="199339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171450" lvl="0" indent="-171450">
              <a:buSzPts val="1000"/>
              <a:buFont typeface="Arial" panose="020B0604020202020204" pitchFamily="34" charset="0"/>
              <a:buChar char="•"/>
            </a:pPr>
            <a:r>
              <a:rPr lang="en-US" sz="1200" b="1" dirty="0">
                <a:latin typeface="Helvetica" pitchFamily="2" charset="0"/>
                <a:cs typeface="Arial" panose="020B0604020202020204" pitchFamily="34" charset="0"/>
              </a:rPr>
              <a:t>PC1: </a:t>
            </a:r>
            <a:br>
              <a:rPr lang="en-US" sz="1200" dirty="0">
                <a:latin typeface="Helvetica" pitchFamily="2" charset="0"/>
                <a:cs typeface="Arial" panose="020B0604020202020204" pitchFamily="34" charset="0"/>
              </a:rPr>
            </a:br>
            <a:r>
              <a:rPr lang="en-US" sz="1200" i="1" dirty="0">
                <a:latin typeface="Helvetica" pitchFamily="2" charset="0"/>
                <a:cs typeface="Arial" panose="020B0604020202020204" pitchFamily="34" charset="0"/>
              </a:rPr>
              <a:t>Effector IL2/STAT5 &amp; NF</a:t>
            </a:r>
            <a:r>
              <a:rPr lang="el-GR" sz="1200" i="1" dirty="0">
                <a:latin typeface="Helvetica" pitchFamily="2" charset="0"/>
                <a:cs typeface="Arial" panose="020B0604020202020204" pitchFamily="34" charset="0"/>
              </a:rPr>
              <a:t>κ</a:t>
            </a:r>
            <a:r>
              <a:rPr lang="en-US" sz="1200" i="1" dirty="0">
                <a:latin typeface="Helvetica" pitchFamily="2" charset="0"/>
                <a:cs typeface="Arial" panose="020B0604020202020204" pitchFamily="34" charset="0"/>
              </a:rPr>
              <a:t>B activation</a:t>
            </a:r>
            <a:br>
              <a:rPr lang="en-US" sz="1200" dirty="0">
                <a:latin typeface="Helvetica" pitchFamily="2" charset="0"/>
                <a:cs typeface="Arial" panose="020B0604020202020204" pitchFamily="34" charset="0"/>
              </a:rPr>
            </a:br>
            <a:r>
              <a:rPr lang="en-US" sz="1200" dirty="0">
                <a:latin typeface="Helvetica" pitchFamily="2" charset="0"/>
                <a:cs typeface="Arial" panose="020B0604020202020204" pitchFamily="34" charset="0"/>
              </a:rPr>
              <a:t>↔ </a:t>
            </a:r>
            <a:r>
              <a:rPr lang="en-US" sz="1200" i="1" dirty="0">
                <a:latin typeface="Helvetica" pitchFamily="2" charset="0"/>
                <a:cs typeface="Arial" panose="020B0604020202020204" pitchFamily="34" charset="0"/>
              </a:rPr>
              <a:t>Interferon-driven activation</a:t>
            </a:r>
          </a:p>
          <a:p>
            <a:pPr lvl="0">
              <a:buSzPts val="1000"/>
              <a:buFont typeface="Symbol" pitchFamily="2" charset="2"/>
              <a:buNone/>
            </a:pPr>
            <a:endParaRPr lang="en-US" sz="1200" dirty="0">
              <a:latin typeface="Helvetica" pitchFamily="2" charset="0"/>
              <a:cs typeface="Arial" panose="020B0604020202020204" pitchFamily="34" charset="0"/>
            </a:endParaRPr>
          </a:p>
          <a:p>
            <a:pPr lvl="0">
              <a:buSzPts val="1000"/>
              <a:buFont typeface="Symbol" pitchFamily="2" charset="2"/>
              <a:buNone/>
            </a:pPr>
            <a:endParaRPr lang="en-US" sz="1200" dirty="0">
              <a:latin typeface="Helvetica" pitchFamily="2" charset="0"/>
              <a:cs typeface="Arial" panose="020B0604020202020204" pitchFamily="34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dirty="0">
                <a:latin typeface="Helvetica" pitchFamily="2" charset="0"/>
                <a:cs typeface="Arial" panose="020B0604020202020204" pitchFamily="34" charset="0"/>
              </a:rPr>
              <a:t>PC2:</a:t>
            </a:r>
            <a:br>
              <a:rPr lang="en-US" sz="1200" dirty="0">
                <a:latin typeface="Helvetica" pitchFamily="2" charset="0"/>
                <a:cs typeface="Arial" panose="020B0604020202020204" pitchFamily="34" charset="0"/>
              </a:rPr>
            </a:br>
            <a:r>
              <a:rPr lang="en-US" sz="1200" i="1" dirty="0">
                <a:latin typeface="Helvetica" pitchFamily="2" charset="0"/>
                <a:cs typeface="Arial" panose="020B0604020202020204" pitchFamily="34" charset="0"/>
              </a:rPr>
              <a:t>Interferon stress</a:t>
            </a:r>
            <a:br>
              <a:rPr lang="en-US" sz="1200" dirty="0">
                <a:latin typeface="Helvetica" pitchFamily="2" charset="0"/>
                <a:cs typeface="Arial" panose="020B0604020202020204" pitchFamily="34" charset="0"/>
              </a:rPr>
            </a:br>
            <a:r>
              <a:rPr lang="en-US" sz="1200" dirty="0">
                <a:latin typeface="Helvetica" pitchFamily="2" charset="0"/>
                <a:cs typeface="Arial" panose="020B0604020202020204" pitchFamily="34" charset="0"/>
              </a:rPr>
              <a:t>↔ </a:t>
            </a:r>
            <a:r>
              <a:rPr lang="en-US" sz="1200" i="1" dirty="0">
                <a:latin typeface="Helvetica" pitchFamily="2" charset="0"/>
                <a:cs typeface="Arial" panose="020B0604020202020204" pitchFamily="34" charset="0"/>
              </a:rPr>
              <a:t>Proliferative E2F / </a:t>
            </a:r>
            <a:r>
              <a:rPr lang="en-US" sz="1200" i="1" dirty="0" err="1">
                <a:latin typeface="Helvetica" pitchFamily="2" charset="0"/>
                <a:cs typeface="Arial" panose="020B0604020202020204" pitchFamily="34" charset="0"/>
              </a:rPr>
              <a:t>OxPhos</a:t>
            </a:r>
            <a:r>
              <a:rPr lang="en-US" sz="1200" i="1" dirty="0">
                <a:latin typeface="Helvetica" pitchFamily="2" charset="0"/>
                <a:cs typeface="Arial" panose="020B0604020202020204" pitchFamily="34" charset="0"/>
              </a:rPr>
              <a:t> programs</a:t>
            </a:r>
            <a:endParaRPr lang="en-US" sz="1200" dirty="0">
              <a:latin typeface="Helvetica" pitchFamily="2" charset="0"/>
              <a:cs typeface="Arial" panose="020B0604020202020204" pitchFamily="34" charset="0"/>
            </a:endParaRPr>
          </a:p>
        </p:txBody>
      </p:sp>
      <p:sp>
        <p:nvSpPr>
          <p:cNvPr id="10" name="Down Arrow 9">
            <a:extLst>
              <a:ext uri="{FF2B5EF4-FFF2-40B4-BE49-F238E27FC236}">
                <a16:creationId xmlns:a16="http://schemas.microsoft.com/office/drawing/2014/main" id="{3E9447F9-7714-A463-6778-56849FE109D3}"/>
              </a:ext>
            </a:extLst>
          </p:cNvPr>
          <p:cNvSpPr/>
          <p:nvPr/>
        </p:nvSpPr>
        <p:spPr>
          <a:xfrm rot="16200000">
            <a:off x="6454144" y="1151533"/>
            <a:ext cx="45720" cy="274320"/>
          </a:xfrm>
          <a:prstGeom prst="downArrow">
            <a:avLst/>
          </a:prstGeom>
          <a:solidFill>
            <a:srgbClr val="FF000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Down Arrow 10">
            <a:extLst>
              <a:ext uri="{FF2B5EF4-FFF2-40B4-BE49-F238E27FC236}">
                <a16:creationId xmlns:a16="http://schemas.microsoft.com/office/drawing/2014/main" id="{79458059-B535-DA26-4794-B0E7A476DB5D}"/>
              </a:ext>
            </a:extLst>
          </p:cNvPr>
          <p:cNvSpPr/>
          <p:nvPr/>
        </p:nvSpPr>
        <p:spPr>
          <a:xfrm rot="10800000" flipH="1">
            <a:off x="6332930" y="2228303"/>
            <a:ext cx="45720" cy="27432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C2DF732-FB73-CB74-4A21-C25915C44768}"/>
              </a:ext>
            </a:extLst>
          </p:cNvPr>
          <p:cNvSpPr txBox="1"/>
          <p:nvPr/>
        </p:nvSpPr>
        <p:spPr>
          <a:xfrm>
            <a:off x="2641143" y="3915246"/>
            <a:ext cx="1905549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Helvetica" pitchFamily="2" charset="0"/>
                <a:cs typeface="Arial" panose="020B0604020202020204" pitchFamily="34" charset="0"/>
              </a:rPr>
              <a:t>Feature selection</a:t>
            </a:r>
          </a:p>
          <a:p>
            <a:r>
              <a:rPr lang="en-US" sz="1200" dirty="0">
                <a:latin typeface="Helvetica" pitchFamily="2" charset="0"/>
                <a:cs typeface="Arial" panose="020B0604020202020204" pitchFamily="34" charset="0"/>
              </a:rPr>
              <a:t>• highly variable genes (HVGs)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EBA5E90-541F-E362-0EA5-FE4E137B0003}"/>
              </a:ext>
            </a:extLst>
          </p:cNvPr>
          <p:cNvSpPr txBox="1"/>
          <p:nvPr/>
        </p:nvSpPr>
        <p:spPr>
          <a:xfrm>
            <a:off x="4546692" y="3915246"/>
            <a:ext cx="1905549" cy="20313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Helvetica" pitchFamily="2" charset="0"/>
              </a:rPr>
              <a:t>UMAP embedding</a:t>
            </a:r>
          </a:p>
          <a:p>
            <a:r>
              <a:rPr lang="en-US" sz="1200" dirty="0">
                <a:latin typeface="Helvetica" pitchFamily="2" charset="0"/>
              </a:rPr>
              <a:t>UMAP (sample-level)</a:t>
            </a:r>
          </a:p>
          <a:p>
            <a:r>
              <a:rPr lang="en-US" sz="1200" dirty="0">
                <a:latin typeface="Helvetica" pitchFamily="2" charset="0"/>
              </a:rPr>
              <a:t>• nonlinear manifold learning</a:t>
            </a:r>
          </a:p>
          <a:p>
            <a:r>
              <a:rPr lang="en-US" sz="1200" dirty="0">
                <a:latin typeface="Helvetica" pitchFamily="2" charset="0"/>
              </a:rPr>
              <a:t>• preserves local structure</a:t>
            </a:r>
          </a:p>
          <a:p>
            <a:r>
              <a:rPr lang="en-US" sz="1000" dirty="0" err="1">
                <a:latin typeface="Helvetica" pitchFamily="2" charset="0"/>
                <a:cs typeface="Courier New" panose="02070309020205020404" pitchFamily="49" charset="0"/>
              </a:rPr>
              <a:t>analysis_utils</a:t>
            </a:r>
            <a:r>
              <a:rPr lang="en-US" sz="1000" dirty="0">
                <a:latin typeface="Helvetica" pitchFamily="2" charset="0"/>
                <a:cs typeface="Courier New" panose="02070309020205020404" pitchFamily="49" charset="0"/>
              </a:rPr>
              <a:t>/</a:t>
            </a:r>
            <a:r>
              <a:rPr lang="en-US" sz="1000" dirty="0" err="1">
                <a:latin typeface="Helvetica" pitchFamily="2" charset="0"/>
                <a:cs typeface="Courier New" panose="02070309020205020404" pitchFamily="49" charset="0"/>
              </a:rPr>
              <a:t>umap_utils.py</a:t>
            </a:r>
            <a:endParaRPr lang="en-US" sz="1000" dirty="0">
              <a:latin typeface="Helvetica" pitchFamily="2" charset="0"/>
              <a:cs typeface="Courier New" panose="02070309020205020404" pitchFamily="49" charset="0"/>
            </a:endParaRPr>
          </a:p>
          <a:p>
            <a:endParaRPr lang="en-US" sz="1200" dirty="0"/>
          </a:p>
          <a:p>
            <a:endParaRPr lang="en-US" sz="1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A5A488-16F5-56A0-DB12-6612091A8C66}"/>
              </a:ext>
            </a:extLst>
          </p:cNvPr>
          <p:cNvSpPr txBox="1"/>
          <p:nvPr/>
        </p:nvSpPr>
        <p:spPr>
          <a:xfrm>
            <a:off x="6452241" y="3915246"/>
            <a:ext cx="1828800" cy="138499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Helvetica" pitchFamily="2" charset="0"/>
              </a:rPr>
              <a:t>UMAP outputs</a:t>
            </a:r>
          </a:p>
          <a:p>
            <a:r>
              <a:rPr lang="en-US" sz="1200" dirty="0">
                <a:latin typeface="Helvetica" pitchFamily="2" charset="0"/>
              </a:rPr>
              <a:t>UMAP coordinates</a:t>
            </a:r>
          </a:p>
          <a:p>
            <a:r>
              <a:rPr lang="en-US" sz="1200" dirty="0">
                <a:latin typeface="Helvetica" pitchFamily="2" charset="0"/>
              </a:rPr>
              <a:t>(samples × 2)</a:t>
            </a:r>
          </a:p>
          <a:p>
            <a:r>
              <a:rPr lang="en-US" sz="1000" dirty="0" err="1">
                <a:latin typeface="Helvetica" pitchFamily="2" charset="0"/>
                <a:cs typeface="Courier New" panose="02070309020205020404" pitchFamily="49" charset="0"/>
              </a:rPr>
              <a:t>sample_umap_coordinates.csv</a:t>
            </a:r>
            <a:endParaRPr lang="en-US" sz="1000" dirty="0">
              <a:latin typeface="Helvetica" pitchFamily="2" charset="0"/>
              <a:cs typeface="Courier New" panose="02070309020205020404" pitchFamily="49" charset="0"/>
            </a:endParaRPr>
          </a:p>
          <a:p>
            <a:endParaRPr lang="en-US" sz="1200" dirty="0"/>
          </a:p>
          <a:p>
            <a:endParaRPr lang="en-US" sz="12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F475331-A18E-A5AB-AE36-979DD3B008F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84965" y="1182132"/>
            <a:ext cx="1644112" cy="1432518"/>
          </a:xfrm>
          <a:prstGeom prst="rect">
            <a:avLst/>
          </a:prstGeom>
          <a:ln w="12700">
            <a:solidFill>
              <a:schemeClr val="accent1"/>
            </a:solidFill>
          </a:ln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82E9F44-0BFD-2798-A6C5-68E4FC2DD48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01813" y="3919497"/>
            <a:ext cx="1610417" cy="1380744"/>
          </a:xfrm>
          <a:prstGeom prst="rect">
            <a:avLst/>
          </a:prstGeom>
          <a:ln w="12700">
            <a:solidFill>
              <a:schemeClr val="accent1"/>
            </a:solidFill>
          </a:ln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731E9DF7-FECF-560B-6164-C71A0FED8D61}"/>
              </a:ext>
            </a:extLst>
          </p:cNvPr>
          <p:cNvSpPr txBox="1"/>
          <p:nvPr/>
        </p:nvSpPr>
        <p:spPr>
          <a:xfrm>
            <a:off x="8490310" y="2614650"/>
            <a:ext cx="11641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ctr">
              <a:buNone/>
            </a:pPr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Activation trajectories</a:t>
            </a:r>
          </a:p>
          <a:p>
            <a:pPr lvl="0" algn="ctr">
              <a:buNone/>
            </a:pPr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 in PC space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2388F41-23B8-9501-9D55-F076E9423C73}"/>
              </a:ext>
            </a:extLst>
          </p:cNvPr>
          <p:cNvSpPr txBox="1"/>
          <p:nvPr/>
        </p:nvSpPr>
        <p:spPr>
          <a:xfrm>
            <a:off x="10134422" y="1945126"/>
            <a:ext cx="1701800" cy="2677656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Helvetica" pitchFamily="2" charset="0"/>
              </a:rPr>
              <a:t>Dimensionality reduction outputs</a:t>
            </a:r>
          </a:p>
          <a:p>
            <a:endParaRPr lang="en-US" sz="1200" dirty="0">
              <a:latin typeface="Helvetica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Helvetica" pitchFamily="2" charset="0"/>
              </a:rPr>
              <a:t>PCA figures (results/</a:t>
            </a:r>
            <a:r>
              <a:rPr lang="en-US" sz="1200" dirty="0" err="1">
                <a:latin typeface="Helvetica" pitchFamily="2" charset="0"/>
              </a:rPr>
              <a:t>pca</a:t>
            </a:r>
            <a:r>
              <a:rPr lang="en-US" sz="1200" dirty="0">
                <a:latin typeface="Helvetica" pitchFamily="2" charset="0"/>
              </a:rPr>
              <a:t>/)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Helvetica" pitchFamily="2" charset="0"/>
              </a:rPr>
              <a:t>UMAP figures (results/</a:t>
            </a:r>
            <a:r>
              <a:rPr lang="en-US" sz="1200" dirty="0" err="1">
                <a:latin typeface="Helvetica" pitchFamily="2" charset="0"/>
              </a:rPr>
              <a:t>umap</a:t>
            </a:r>
            <a:r>
              <a:rPr lang="en-US" sz="1200" dirty="0">
                <a:latin typeface="Helvetica" pitchFamily="2" charset="0"/>
              </a:rPr>
              <a:t>/)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Helvetica" pitchFamily="2" charset="0"/>
              </a:rPr>
              <a:t>Metadata with PCs (</a:t>
            </a:r>
            <a:r>
              <a:rPr lang="en-US" sz="1200" dirty="0" err="1">
                <a:latin typeface="Helvetica" pitchFamily="2" charset="0"/>
              </a:rPr>
              <a:t>meta_with_pcs</a:t>
            </a:r>
            <a:r>
              <a:rPr lang="en-US" sz="1200" dirty="0">
                <a:latin typeface="Helvetica" pitchFamily="2" charset="0"/>
              </a:rPr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latin typeface="Helvetica" pitchFamily="2" charset="0"/>
            </a:endParaRPr>
          </a:p>
          <a:p>
            <a:r>
              <a:rPr lang="en-US" sz="1000" dirty="0">
                <a:latin typeface="Helvetica" pitchFamily="2" charset="0"/>
              </a:rPr>
              <a:t>Reusable for DE, pathway scoring, and trajectory analysis</a:t>
            </a:r>
          </a:p>
          <a:p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7DA93EF-18BE-317A-FF4F-71D0E6F54C2A}"/>
              </a:ext>
            </a:extLst>
          </p:cNvPr>
          <p:cNvSpPr txBox="1"/>
          <p:nvPr/>
        </p:nvSpPr>
        <p:spPr>
          <a:xfrm>
            <a:off x="811508" y="149657"/>
            <a:ext cx="77224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sz="1400" b="1" dirty="0">
                <a:solidFill>
                  <a:srgbClr val="000000"/>
                </a:solidFill>
                <a:latin typeface="Helvetica" pitchFamily="2" charset="0"/>
              </a:rPr>
              <a:t>B. </a:t>
            </a:r>
            <a:r>
              <a:rPr lang="en-US" b="1" dirty="0"/>
              <a:t>Low-dimensional representations for trajectory and structure analysis</a:t>
            </a:r>
            <a:endParaRPr lang="en-US" dirty="0"/>
          </a:p>
          <a:p>
            <a:endParaRPr lang="en-US" sz="1400" dirty="0"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19787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2FF637CC-2E60-C9B9-CFD9-A3ED835494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1192" y="1204463"/>
            <a:ext cx="530480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" pitchFamily="2" charset="0"/>
              </a:rPr>
              <a:t>Panel C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" pitchFamily="2" charset="0"/>
              </a:rPr>
              <a:t> – </a:t>
            </a:r>
            <a:r>
              <a:rPr lang="en-US" sz="1400" dirty="0"/>
              <a:t>Differential expression → pathway abstraction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Helvetica" pitchFamily="2" charset="0"/>
            </a:endParaRPr>
          </a:p>
        </p:txBody>
      </p:sp>
      <p:graphicFrame>
        <p:nvGraphicFramePr>
          <p:cNvPr id="45" name="Diagram 44">
            <a:extLst>
              <a:ext uri="{FF2B5EF4-FFF2-40B4-BE49-F238E27FC236}">
                <a16:creationId xmlns:a16="http://schemas.microsoft.com/office/drawing/2014/main" id="{874E9F8A-8431-FE67-34FC-A1C8D808D8C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82229048"/>
              </p:ext>
            </p:extLst>
          </p:nvPr>
        </p:nvGraphicFramePr>
        <p:xfrm>
          <a:off x="791192" y="518807"/>
          <a:ext cx="10995694" cy="53528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6" name="Right Arrow 45">
            <a:extLst>
              <a:ext uri="{FF2B5EF4-FFF2-40B4-BE49-F238E27FC236}">
                <a16:creationId xmlns:a16="http://schemas.microsoft.com/office/drawing/2014/main" id="{7ABC8E1A-94D1-3F39-E647-0F3F22E643BF}"/>
              </a:ext>
            </a:extLst>
          </p:cNvPr>
          <p:cNvSpPr/>
          <p:nvPr/>
        </p:nvSpPr>
        <p:spPr>
          <a:xfrm>
            <a:off x="2225040" y="1950721"/>
            <a:ext cx="172720" cy="1016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ight Arrow 46">
            <a:extLst>
              <a:ext uri="{FF2B5EF4-FFF2-40B4-BE49-F238E27FC236}">
                <a16:creationId xmlns:a16="http://schemas.microsoft.com/office/drawing/2014/main" id="{CF544785-594B-3049-6EA9-9E3EA0689227}"/>
              </a:ext>
            </a:extLst>
          </p:cNvPr>
          <p:cNvSpPr/>
          <p:nvPr/>
        </p:nvSpPr>
        <p:spPr>
          <a:xfrm>
            <a:off x="5427980" y="1950721"/>
            <a:ext cx="172720" cy="1016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ight Arrow 47">
            <a:extLst>
              <a:ext uri="{FF2B5EF4-FFF2-40B4-BE49-F238E27FC236}">
                <a16:creationId xmlns:a16="http://schemas.microsoft.com/office/drawing/2014/main" id="{281B99D7-4F62-85AF-B2BC-53B6CAF54BB2}"/>
              </a:ext>
            </a:extLst>
          </p:cNvPr>
          <p:cNvSpPr/>
          <p:nvPr/>
        </p:nvSpPr>
        <p:spPr>
          <a:xfrm>
            <a:off x="7012200" y="1950721"/>
            <a:ext cx="172720" cy="1016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ight Arrow 48">
            <a:extLst>
              <a:ext uri="{FF2B5EF4-FFF2-40B4-BE49-F238E27FC236}">
                <a16:creationId xmlns:a16="http://schemas.microsoft.com/office/drawing/2014/main" id="{36C9B079-AC4C-267E-7A44-C4C6D448D3E6}"/>
              </a:ext>
            </a:extLst>
          </p:cNvPr>
          <p:cNvSpPr/>
          <p:nvPr/>
        </p:nvSpPr>
        <p:spPr>
          <a:xfrm>
            <a:off x="10200640" y="1950721"/>
            <a:ext cx="172720" cy="1016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ight Arrow 49">
            <a:extLst>
              <a:ext uri="{FF2B5EF4-FFF2-40B4-BE49-F238E27FC236}">
                <a16:creationId xmlns:a16="http://schemas.microsoft.com/office/drawing/2014/main" id="{D91668F9-B477-6E04-F96B-8CF33DC85029}"/>
              </a:ext>
            </a:extLst>
          </p:cNvPr>
          <p:cNvSpPr/>
          <p:nvPr/>
        </p:nvSpPr>
        <p:spPr>
          <a:xfrm>
            <a:off x="8601340" y="1950721"/>
            <a:ext cx="172720" cy="1016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ight Arrow 50">
            <a:extLst>
              <a:ext uri="{FF2B5EF4-FFF2-40B4-BE49-F238E27FC236}">
                <a16:creationId xmlns:a16="http://schemas.microsoft.com/office/drawing/2014/main" id="{8A51409E-5BF0-7E40-CBA8-E18EF0ACA7C2}"/>
              </a:ext>
            </a:extLst>
          </p:cNvPr>
          <p:cNvSpPr/>
          <p:nvPr/>
        </p:nvSpPr>
        <p:spPr>
          <a:xfrm>
            <a:off x="5424492" y="1950721"/>
            <a:ext cx="172720" cy="1016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ight Arrow 52">
            <a:extLst>
              <a:ext uri="{FF2B5EF4-FFF2-40B4-BE49-F238E27FC236}">
                <a16:creationId xmlns:a16="http://schemas.microsoft.com/office/drawing/2014/main" id="{AAF87DA8-2C32-B26D-AEF2-F878F01A6863}"/>
              </a:ext>
            </a:extLst>
          </p:cNvPr>
          <p:cNvSpPr/>
          <p:nvPr/>
        </p:nvSpPr>
        <p:spPr>
          <a:xfrm>
            <a:off x="3825434" y="1950721"/>
            <a:ext cx="172720" cy="1016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68126AC-E14B-A3FB-F6A0-0C49DADC53AC}"/>
              </a:ext>
            </a:extLst>
          </p:cNvPr>
          <p:cNvSpPr txBox="1"/>
          <p:nvPr/>
        </p:nvSpPr>
        <p:spPr>
          <a:xfrm>
            <a:off x="3534770" y="143301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01764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57A3AE-DFE6-0005-90BF-2C27EC265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2746E2E5-66F4-16C2-29F4-12D312BD11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81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Panel 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 – Pathways &amp; Module Scores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 descr="A graph of a graph with blue and orange lines&#10;&#10;AI-generated content may be incorrect.">
            <a:extLst>
              <a:ext uri="{FF2B5EF4-FFF2-40B4-BE49-F238E27FC236}">
                <a16:creationId xmlns:a16="http://schemas.microsoft.com/office/drawing/2014/main" id="{3CE9A5FF-43A7-2155-5353-FB4C4B9CB8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3048" y="623324"/>
            <a:ext cx="6819751" cy="5955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27278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6885C-CCB4-7995-AAF2-D768B39B5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4F2017-39F2-B6BD-C5AC-FFAF25F563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789" y="493275"/>
            <a:ext cx="10698136" cy="33813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9143173-F0D0-5B7D-C79F-E4BB52FCBC03}"/>
              </a:ext>
            </a:extLst>
          </p:cNvPr>
          <p:cNvSpPr txBox="1"/>
          <p:nvPr/>
        </p:nvSpPr>
        <p:spPr>
          <a:xfrm>
            <a:off x="512789" y="4002800"/>
            <a:ext cx="1051559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rgbClr val="0E0E0E"/>
                </a:solidFill>
                <a:effectLst/>
                <a:latin typeface="Helvetica Neue" panose="02000503000000020004" pitchFamily="2" charset="0"/>
              </a:rPr>
              <a:t>Figure A05. Hallmark pathway dynamics across CAR-T cell activation and RHOG perturbation.</a:t>
            </a:r>
            <a:endParaRPr lang="en-US" dirty="0">
              <a:solidFill>
                <a:srgbClr val="0E0E0E"/>
              </a:solidFill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en-US" dirty="0">
                <a:solidFill>
                  <a:srgbClr val="0E0E0E"/>
                </a:solidFill>
                <a:effectLst/>
                <a:latin typeface=".AppleSystemUIFont"/>
              </a:rPr>
              <a:t>Heatmap showing z-scored Hallmark pathway module scores computed from symbol-level </a:t>
            </a:r>
            <a:r>
              <a:rPr lang="en-US" dirty="0" err="1">
                <a:solidFill>
                  <a:srgbClr val="0E0E0E"/>
                </a:solidFill>
                <a:effectLst/>
                <a:latin typeface=".AppleSystemUIFont"/>
              </a:rPr>
              <a:t>logCPM</a:t>
            </a:r>
            <a:r>
              <a:rPr lang="en-US" dirty="0">
                <a:solidFill>
                  <a:srgbClr val="0E0E0E"/>
                </a:solidFill>
                <a:effectLst/>
                <a:latin typeface=".AppleSystemUIFont"/>
              </a:rPr>
              <a:t> expression across activation time (0–240 h). Samples are ordered by time, with </a:t>
            </a:r>
            <a:r>
              <a:rPr lang="en-US" dirty="0" err="1">
                <a:solidFill>
                  <a:srgbClr val="0E0E0E"/>
                </a:solidFill>
                <a:effectLst/>
                <a:latin typeface=".AppleSystemUIFont"/>
              </a:rPr>
              <a:t>SafeHarbor</a:t>
            </a:r>
            <a:r>
              <a:rPr lang="en-US" dirty="0">
                <a:solidFill>
                  <a:srgbClr val="0E0E0E"/>
                </a:solidFill>
                <a:effectLst/>
                <a:latin typeface=".AppleSystemUIFont"/>
              </a:rPr>
              <a:t> (S) and RHOG-knockout (R) biological replicates shown within each time point (n = 6 donors per condition per time). Across donors, CAR-T activation induces coordinated IL-2/STAT5, inflammatory, interferon, apoptotic, E2F, and oxidative phosphorylation programs, revealing a highly conserved temporal structure. RHOG perturbation subtly but consistently reshapes these trajectories, most prominently at late activation stages, highlighting pathway-level effects that are robust to donor-to-donor variability.</a:t>
            </a:r>
          </a:p>
        </p:txBody>
      </p:sp>
    </p:spTree>
    <p:extLst>
      <p:ext uri="{BB962C8B-B14F-4D97-AF65-F5344CB8AC3E}">
        <p14:creationId xmlns:p14="http://schemas.microsoft.com/office/powerpoint/2010/main" val="15100492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5666</TotalTime>
  <Words>787</Words>
  <Application>Microsoft Macintosh PowerPoint</Application>
  <PresentationFormat>Widescreen</PresentationFormat>
  <Paragraphs>183</Paragraphs>
  <Slides>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6" baseType="lpstr">
      <vt:lpstr>-webkit-standard</vt:lpstr>
      <vt:lpstr>.AppleSystemUIFont</vt:lpstr>
      <vt:lpstr>Aptos</vt:lpstr>
      <vt:lpstr>Aptos Display</vt:lpstr>
      <vt:lpstr>Arial</vt:lpstr>
      <vt:lpstr>Courier New</vt:lpstr>
      <vt:lpstr>Helvetica</vt:lpstr>
      <vt:lpstr>Helvetica Neue</vt:lpstr>
      <vt:lpstr>Symbol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Ana Castano</dc:creator>
  <cp:lastModifiedBy>Ana Castano</cp:lastModifiedBy>
  <cp:revision>7</cp:revision>
  <dcterms:created xsi:type="dcterms:W3CDTF">2025-12-12T14:27:42Z</dcterms:created>
  <dcterms:modified xsi:type="dcterms:W3CDTF">2025-12-18T21:12:38Z</dcterms:modified>
</cp:coreProperties>
</file>